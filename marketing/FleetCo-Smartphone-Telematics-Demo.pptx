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</p:sldIdLst>
  <p:notesMasterIdLst>
    <p:notesMasterId r:id="rId8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notesMaster" Target="notesMasters/notesMaster1.xml"/><Relationship Id="rId89" Type="http://schemas.openxmlformats.org/officeDocument/2006/relationships/presProps" Target="presProps.xml"/><Relationship Id="rId90" Type="http://schemas.openxmlformats.org/officeDocument/2006/relationships/viewProps" Target="viewProps.xml"/><Relationship Id="rId91" Type="http://schemas.openxmlformats.org/officeDocument/2006/relationships/theme" Target="theme/theme1.xml"/><Relationship Id="rId9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DETAILED DEMO DECK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Smartphone-First Telematics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Dual camera (driver + road) · AI distraction detection · Geofencing · Live dashcam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669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FleetCo Management  ·  https://fleetcomanagement.org  ·  October 8,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What you will review in this session (80+ slides)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</a:rPr>
              <a:t>Part 1–2 — Context and capability matrix (phone vs hardware telematics)</a:t>
            </a:r>
            <a:endParaRPr lang="en-US" sz="11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</a:rPr>
              <a:t>Part 3 — FleetCo Driver today: GPS, live dashcam, Safety AI backend</a:t>
            </a:r>
            <a:endParaRPr lang="en-US" sz="11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</a:rPr>
              <a:t>Part 3B — Dual-camera review: iPhone &amp; Android front (driver) + rear (road) at the same time</a:t>
            </a:r>
            <a:endParaRPr lang="en-US" sz="11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</a:rPr>
              <a:t>Part 4 — Proposed build: native dual cam, AI on both streams, geofencing, optional OBD</a:t>
            </a:r>
            <a:endParaRPr lang="en-US" sz="11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</a:rPr>
              <a:t>Part 5–6 — Geofencing scenarios and AI distraction detection (detailed event types)</a:t>
            </a:r>
            <a:endParaRPr lang="en-US" sz="11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</a:rPr>
              <a:t>Part 7–12 — Diagnostics, architecture, costs, legal, roadmap, live demo script</a:t>
            </a:r>
            <a:endParaRPr lang="en-US" sz="11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</a:rPr>
              <a:t>Part 14 — Website messaging · Appendix — downloads and code references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Recommendation in one slide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Dual monitoring goal: rear camera on the road + front (selfie) camera on the driver, recording together while on shift — AI flags distraction (phone, eyes off road, drowsiness, etc.).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Android: many devices support true front+rear concurrent capture via Camera2 (Android 11+); must detect support at runtime — not every model qualifies.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iPhone: simultaneous front+rear is supported natively (AVCaptureMultiCamSession, A12+), but not reliably via browser getUserMedia alone — ship a Capacitor dual-cam native plugin for iOS (and premium Android).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AI: Gemini vision already uses separate road vs cabin prompts in drivingSafetyAi.js — sample frames from BOTH streams during live dashcam; managers review DrivingSafetyEvent queue.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Also in PhonePulse: geofence alerts, background GPS, optional BLE OBD — see later parts of this deck.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1 · 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The telematics buyer question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Fleet managers want real-time visibility, safety scoring, and geofence alerts — often quoted as part of a “full telematics ecosystem.”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Traditional vendors sell a vehicle-mounted device + monthly SaaS per asset ($25–$45/unit/mo is common).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SMB carriers already issue phones and use FleetCo for dispatch, ROs, and driver workflows.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Strategic question: Can we extend the driver app instead of mandating new hardware on every unit?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1 · 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Three capabilities you asked about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Safety &amp; compliance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130552"/>
            <a:ext cx="5577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Real-time AI distraction monitoring (phone, eyes off road, drowsiness)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Live or near-live video to the office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Event log tied to driver, unit, and GPS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63640" y="178308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Operations &amp; maintenance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63640" y="2130552"/>
            <a:ext cx="5577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Localized geofencing alerts (yard, customer, restricted zones)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Advanced engine diagnostics (DTCs, J1939 on heavy trucks)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Integration with FleetCo portal (map, ROs, notifications)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1 · 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Dedicated telematics box vs company phone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6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74520"/>
          <a:ext cx="113385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389120"/>
                <a:gridCol w="4754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Dimension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Hardware telematics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FleetCo phone-first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Upfront cost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$150–$500+ per install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$0 extra if phone already issued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Time to deploy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Installer visit or ship/wait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App update + driver permissions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Engine data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Native OBD/J1939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Requires optional dongle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Driver video AI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Vendor-specific DVR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Gemini on road/cabin frames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Contract lock-in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Often multi-year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Your existing FleetCo subscription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1 · 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Where this fits FleetCo pricing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Tailored scope · telematics · custom integrations · dedicated account team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Per-unit SaaS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130552"/>
            <a:ext cx="5577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$35/unit/mo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Full portal · driver app · pay only for units you run · 5% off annual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Telematics features become a differentiator inside the same login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63640" y="178308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Enterprise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63640" y="2130552"/>
            <a:ext cx="5577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Custom telematics scope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LiveKit, Gemini usage, OBD rollout at scale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Dedicated account team for mixed fleets (light + heavy duty)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2 · CAPABILITY MATRIX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Can newest iPhone / Android do it without extra vehicle hardware?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8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74520"/>
          <a:ext cx="113385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200400"/>
                <a:gridCol w="5212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Capability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Phone-only?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FleetCo today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Live GPS while driving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 — with native app permissions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 — DriverLocation ~30s while clocked 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Geofence enter/exit alerts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 — server or native regions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Partial — map shapes, no auto alerts yet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AI distraction / phone use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Partial — cloud vision on camera frames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Backend built; not on live stream yet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Dual camera (road + driver)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 natively; WebView varies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JS dual stream today; native plugin recommended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Live dashcam to office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 — foreground camera + stream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 — LiveKit or chunked live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Live ECU / J1939 diagnostics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 — needs vehicle bus adapter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Manual DTC entry + AI explain only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Harsh braking from vehicle CAN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 without bus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Could approximate with phone IMU (future)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2 · LIMITS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we will not over-promise on the website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Continuous tamper-proof ELD-grade logging from phone sensors alone (FMCSA hardware rules differ from fleet GPS).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Full J1939 parameter groups (fuel rate, DEF, aftertreatment) without a J1939-capable adapter or OEM feed.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DVR-quality 360° coverage — phone mount = one or two angles, not four camera angles.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Background cabin monitoring on iOS when the app is not active — OS privacy limits apply.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2 · LIMITS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What we can promise confidently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Clocked-in drivers appear on Fleet Map with speed, heading, and trails when GPS is allowed.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Office can watch live dashcam when driver starts Live Dashcam (optional LiveKit for lower latency).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Safety events (distraction, phone_use, etc.) can be stored as DrivingSafetyEvent records with map context.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Customers can receive push/email when geofence rules fire — after server-side geofence engine ships.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3 · TODAY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Driver app home — telematics entry point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4864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Package: org.fleetcomanagement.driver (Capacitor native shell)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Dashcam, Time Clock, POD, inspections from one mobile hub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Permissions gate: camera + location before full features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iOS Safari: camera often requires tap on Dashcam (policy-compliant UX)</a:t>
            </a:r>
            <a:endParaRPr lang="en-US" sz="1050" dirty="0"/>
          </a:p>
        </p:txBody>
      </p:sp>
      <p:pic>
        <p:nvPicPr>
          <p:cNvPr id="6" name="Image 0" descr="C:\Users\jarel\Projects\fleet-pulse-command\marketing\manual-frames\driver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80760" y="1691640"/>
            <a:ext cx="5715000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80760" y="6080760"/>
            <a:ext cx="5715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FleetCo Driver — mobile home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3 · TODAY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Time clock ties GPS to shifts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4864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useDriverLocation pings every 30 seconds while clocked in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Creates DriverLocation rows: lat, lng, speed, heading, unit, trailer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Source field: driver_app — visible on Fleet Map &amp; Route Dashboard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Offline queue coalesces GPS writes in IndexedDB when cell drops</a:t>
            </a:r>
            <a:endParaRPr lang="en-US" sz="1050" dirty="0"/>
          </a:p>
        </p:txBody>
      </p:sp>
      <p:pic>
        <p:nvPicPr>
          <p:cNvPr id="6" name="Image 0" descr="C:\Users\jarel\Projects\fleet-pulse-command\marketing\manual-frames\driver-cloc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80760" y="1691640"/>
            <a:ext cx="5715000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80760" y="6080760"/>
            <a:ext cx="5715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Time clock + GPS permission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3 · TODAY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Portal fleet map — live positions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13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4864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Fleet Map subscribes to DriverLocation for near-real-time markers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Circle and rectangle overlays support geofence-style visualization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Per-vehicle map colors and unit labels for dispatch clarity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Proposed: evaluate geofence polygons on each ping server-side</a:t>
            </a:r>
            <a:endParaRPr lang="en-US" sz="1050" dirty="0"/>
          </a:p>
        </p:txBody>
      </p:sp>
      <p:pic>
        <p:nvPicPr>
          <p:cNvPr id="6" name="Image 0" descr="C:\Users\jarel\Projects\fleet-pulse-command\marketing\manual-frames\portal-fle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80760" y="1691640"/>
            <a:ext cx="5715000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80760" y="6080760"/>
            <a:ext cx="5715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Fleet units / map context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3 · TODAY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Live dashcam pipeline (already shipped)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Driver actions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176272"/>
            <a:ext cx="111556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Start Live Dashcam from driver UI while on shift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Android: DashcamForegroundService keeps camera alive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Modes: LiveKit WebRTC if configured, else chunked upload (~3–5s delay)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363931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Office actions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986784"/>
            <a:ext cx="111556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Watch live session from portal live stream components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Recordings retained per LiveStreamRecording policy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Safety AI hook point: sample JPEG from stream every N seconds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3 · TODAY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Safety AI backend (Gemini vision)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Module: server/drivingSafetyAi.js — analyzes frames for lane_departure, distraction, phone_use, drowsiness, etc.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Creates DrivingSafetyEvent entities with severity, confidence, lat/lng, speed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Customer flag: driver_safety_ai_enabled can disable per fleet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Requires GEMINI_API_KEY in production; sub-0.55 confidence events filtered out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Gap: analyzeDashcamFrameAsync exists but photo capture path disabled — must attach to live chunks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3 · TODAY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Diagnostics module — shop workflow today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16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4864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Portal → Diagnostics stores DTC records per vehicle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Supports OBD-II, J1939, J1708 labels — data entry is manual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AI Assistant interprets pasted codes for mechanics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Not connected to driver phone or Bluetooth adapter yet</a:t>
            </a:r>
            <a:endParaRPr lang="en-US" sz="1050" dirty="0"/>
          </a:p>
        </p:txBody>
      </p:sp>
      <p:pic>
        <p:nvPicPr>
          <p:cNvPr id="6" name="Image 0" descr="C:\Users\jarel\Projects\fleet-pulse-command\marketing\manual-frames\portal-vehicle-looku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80760" y="1691640"/>
            <a:ext cx="5715000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80760" y="6080760"/>
            <a:ext cx="5715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Vehicle / diagnostics context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3 · TODAY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Dual camera — current FleetCo code (WebView layer)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17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What the app does now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130552"/>
            <a:ext cx="5577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startDualCameraStreams() opens road (environment) then cabin (user) via getUserMedia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Returns dualSupported: true only if BOTH streams open — see nativeBridge.js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Customer toggle: driver_dual_camera_enabled on Customer / Driver Media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Dashcam mode dual_monitoring exists in server DASHCAM_MODES list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63640" y="178308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Gap vs product goal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63640" y="2130552"/>
            <a:ext cx="5577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Capacitor WebView on iPhone often fails second stream → road-only fallback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Live dashcam today primarily streams road camera to office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Safety AI (analyzeDashcamFrameAsync) ready but not fed from live dual streams yet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Next step: native dual-cam capture (Part 3B review)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3B · DUAL CAMERA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Product goal: two cameras, one session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18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Rear / “back” camera (environment): wide view of lanes, traffic, road hazards — mounted on dash or windshield.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Front / “selfie” camera (user): faces the driver (not screen recording) — detects glance away, phone at ear, head nodding.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Both should run together while the driver is clocked in and Live Dashcam (or dual monitoring) is active.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Office receives live road video; AI periodically analyzes JPEG samples from road AND driver cameras.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3B · DUAL CAMERA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Physical setup on the phone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19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55680" cy="4572000"/>
          </a:xfrm>
          <a:prstGeom prst="rect">
            <a:avLst/>
          </a:prstGeom>
          <a:solidFill>
            <a:srgbClr val="E2E8F0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9280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Mounting (typical OTR cab)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108813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[Windshield mount — landscape]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 camera → road ahead (primary live stream to fleet)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Front camera → driver face (cabin AI stream)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Tips: avoid blocking lens; charge continuously;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 foreground service / iOS keep-awake while recording.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3B · DUAL CAMERA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Why “two getUserMedia calls” is not enough on iPhone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FleetCo Driver runs as Capacitor — camera access is often WKWebView getUserMedia, same family as Safari.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Apple documents one active capture session per app for many web flows; second facingMode may fail silently.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That matches our code comment: “iOS may only allow one stream — dualSupported: false on fallback.”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For reliable dual recording on iPhone 11 and newer (A12+), use AVFoundation AVCaptureMultiCamSession in native code.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3B · IPHONE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Apple simultaneous front + rear (native)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21</a:t>
            </a:r>
            <a:endParaRPr lang="en-US" sz="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74520"/>
          <a:ext cx="113385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961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Topic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Detail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API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AVCaptureMultiCamSession + supportedMultiCamDeviceSets (iOS 13+)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Hardware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iPhone / iPad with A12 or later recommended (Apple sample requirement)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Capability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Record front + back into separate outputs or PiP-style preview (Apple AVMultiCamPiP sample)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Limits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One MultiCam session per app; no cloning one camera to two outputs; watch thermal/system pressure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Pressure cost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Apple WWDC guidance: sustained capture depends on systemPressureCost — long haul may need lower resolution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FleetCo action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Capacitor plugin: startDualNativeCapture → two JPEG/video buffers to JS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3B · IPHONE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iPhone — what to tell sales &amp; drivers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22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Supported experience (after native plugin)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130552"/>
            <a:ext cx="5577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iPhone 11+ class devices: driver + road together in FleetCo Driver app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Distraction AI uses front-camera samples (cabin prompt in Safety AI)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Road AI uses rear-camera samples (lane, tailgating, etc.)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Live office view can remain road-primary; cabin snapshots in safety inbox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63640" y="178308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Not supported / degraded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63640" y="2130552"/>
            <a:ext cx="5577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Very old iPhones pre-A12 — single camera only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Mobile Safari-only users — gesture-limited, expect road-only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Background-only cabin monitoring when app killed — iOS privacy blocks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Screen recording of dispatch app — different feature; not used for safety AI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3B · ANDROID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Android simultaneous front + rear (native)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23</a:t>
            </a:r>
            <a:endParaRPr lang="en-US" sz="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74520"/>
          <a:ext cx="113385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961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Topic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Detail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API level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Android 11 (API 30)+ concurrent camera streaming in Camera2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Discovery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CameraManager.getConcurrentCameraIds() + isConcurrentSessionConfigurationSupported()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Feature flag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PackageManager.FEATURE_CAMERA_CONCURRENT on some OEM builds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CameraX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High-level CameraX does NOT select front + back together — use Camera2 for dual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OEM reality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Must test Samsung, Pixel, Motorola, etc. — HAL support varies by model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FleetCo action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Native module mirrors iOS plugin; fallback to current JS dual stream if unsupported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3B · ANDROID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Runtime detection flow (recommended)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24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On app launch (or first dashcam start): query concurrent camera ID pairs for desired resolutions.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If supported: start native dual session — road 720p + driver 480p (example tiers for thermal/data).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If unsupported: dualSupported false — show driver message “Road monitoring only on this device.”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Log device model + support flag to portal for fleet IT (know which units need upgrade phones).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3B · COMPARISON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Recording driver + road at the same time — 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25</a:t>
            </a:r>
            <a:endParaRPr lang="en-US" sz="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74520"/>
          <a:ext cx="113385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292608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Layer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iPhone (recent)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Android (recent)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FleetCo today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Browser / WebView only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Usually one stream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Often two streams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startDualCameraStreams — mixed results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Native dual capture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 — MultiCam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 — if OEM supports concurrent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Not shipped yet — recommended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Live stream to office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Road cam practical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Road cam practical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LiveKit or chunked — road focus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AI on driver cam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Needs native or periodic tap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Strongest on dual-native Android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Cabin prompt ready in Gemini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Fleet policy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Issue A12+ iPhones for safety fleets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Prefer API 30+ with concurrent feature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Toggle dual camera per customer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3B · DUAL CAMERA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Recording vs AI sampling (architecture choice)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Full dual video recording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130552"/>
            <a:ext cx="5577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Two encoded tracks (MP4 or WebM chunks) — higher storage and upload cost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Best for litigation-grade review of distraction incidents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Requires native pipeline on both platforms for reliability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63640" y="178308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Frame sampling for AI (v1 recommendation)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63640" y="2130552"/>
            <a:ext cx="5577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Continue live road stream as today; sample JPEG every 5–15s from each camera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Upload frames → analyzeDashcamFrameAsync with camera_facing road vs cabin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Store thumbnail on DrivingSafetyEvent; optional short clip on high severity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Lower cost than dual full video; sufficient for coaching workflow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3B · DUAL CAMERA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End-to-end flow with AI distraction review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27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55680" cy="4572000"/>
          </a:xfrm>
          <a:prstGeom prst="rect">
            <a:avLst/>
          </a:prstGeom>
          <a:solidFill>
            <a:srgbClr val="E2E8F0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9280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PhonePulse dual-cam + AI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108813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[Native or JS dual capture]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Rear frames → live stream + road AI (lane, tailgating, …)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Front frames → cabin AI (distraction, phone_use, drowsiness, …)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[FleetCo API] drivingSafetyAi.js → DrivingSafetyEvent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[Portal] Safety inbox · map pin · acknowledge · coaching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3B · AI DISTRACTION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Distraction &amp; behavior types (cabin / driver camera)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28</a:t>
            </a:r>
            <a:endParaRPr lang="en-US" sz="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74520"/>
          <a:ext cx="113385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029200"/>
                <a:gridCol w="4297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AI type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What it means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Typical manager action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distraction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Eyes not on road environment — looking down/side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Coaching reminder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phone_use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Phone at ear or visible texting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Policy violation review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drowsiness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Head nod, eyes closed pattern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Break / fitness for duty check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no_seatbelt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Belt not visible when expected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Safety bulletin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impaired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Low-confidence cues only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Human review — never auto-accuse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3B · AI DISTRACTION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Road camera AI (supports distraction context)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29</a:t>
            </a:r>
            <a:endParaRPr lang="en-US" sz="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74520"/>
          <a:ext cx="113385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75488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AI type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What it means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Pairs with driver cam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lane_departure / lane_split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Weaving or drifting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Confirms driver not watching road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tailgating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Following too close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May correlate with distraction event same timestamp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harsh_braking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Vision-inferred sudden slow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Could trigger burst sampling on both cams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other / road hazard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Debris, weather, etc.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Operational alert — not discipline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3B · DUAL CAMERA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Implementation phases (FleetCo engineering)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30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Phase A — Wire live dashcam to emit paired road+cabin JPEGs when dualSupported (Android JS path) + Safety AI on both.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Phase B — iOS + Android Capacitor DualCam plugin (MultiCam + Camera2 concurrent) with feature detection.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Phase C — Portal Safety inbox UI, filters, retention policy, customer driver_safety_ai_enabled.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Phase D — Optional dual full-video upload for enterprise; LiveKit secondary track or chunked cabin channel.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3B · DUAL CAMERA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QA device matrix (pilot before marketing claims)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31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iPhone 13/14/15/16 on Capacitor production build — verify native plugin dual capture 30+ min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Samsung Galaxy S series + Pixel 8/9 — concurrent API true/false logged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Budget Android without FEATURE_CAMERA_CONCURRENT — confirm graceful road-only UX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Compare dualSupported flag from JS vs native probe — single telemetry field in portal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4 · PROPOSED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Engineering workstreams (updated priority)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32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WS0 — Native dual camera (iOS MultiCam + Android concurrent Camera2) with WebView fallback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WS1 — Sample road + driver frames from live dashcam → Gemini → DrivingSafetyEvent inbox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WS2 — Geofence definitions + enter/exit/dwell alerts (push, email, PortalActivity)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WS3 — Background location hardening (Capacitor Geolocation, iOS Always, Android foreground service)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WS4 — Optional BLE OBD/J1939 adapter → auto DiagnosticCode rows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4 · PROPOSED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Target architecture after changes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33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55680" cy="4572000"/>
          </a:xfrm>
          <a:prstGeom prst="rect">
            <a:avLst/>
          </a:prstGeom>
          <a:solidFill>
            <a:srgbClr val="E2E8F0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9280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Data flow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108813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[Driver phone]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Dual cam: rear (road) + front (driver) native or JS fallback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GPS watch → POST DriverLocation (10–30s)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Live dashcam + sampled JPEGs → road + cabin → Safety AI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Optional BLE → OBD read → POST DiagnosticCode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[FleetCo API]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Geofence engine → notifications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drivingSafetyAi → DrivingSafetyEvent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[Portal]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Fleet Map · Safety inbox · Diagnostics · Reports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4 · PROPOSED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Before vs after (demo-ready state)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34</a:t>
            </a:r>
            <a:endParaRPr lang="en-US" sz="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74520"/>
          <a:ext cx="113385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0624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Feature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Before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After (proposed)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Yard exit alert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Manual map check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Auto alert when unit leaves polygon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Customer arrival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Driver texts dispatch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Geofence enter + ETA on map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Distraction event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Not wired to live video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AI event with snapshot + map pin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Fault code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Shop scans or types code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Optional auto-pull on ignition (dongle)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Background GPS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Best-effort browser/Capacitor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Native background + compliance UX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5 · GEOFENCING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Definitions fleet managers need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35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Named zones: home yard, customer dock, fuel stop, no-go areas, state lines for IFTA hints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Shapes: circle (radius m), rectangle (bounding box), polygon (future)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Rules: on_enter, on_exit, dwell_minutes, speed_cap_inside_zone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Scope: per customer_id, optional per vehicle group or single unit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5 · GEOFENCING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Server-side evaluation (recommended v1)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36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On each DriverLocation create/update, test point-in-region for active fences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Debounce: require 2 consecutive pings outside before exit (GPS jitter)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Store last fence state on driver/session to detect transitions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Emit PortalActivity + webhook + FCM push to fleet_manager roles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5 · GEOFENCING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Native region monitoring (optional v2)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37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iOS Core Location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130552"/>
            <a:ext cx="5577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Register up to 20 regions per app (plan zone count carefully)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Low power enter/exit at OS level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Confirm with a GPS ping when event fires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63640" y="178308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Android Geofencing API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63640" y="2130552"/>
            <a:ext cx="5577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Similar region limits; works with foreground service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Combine with FleetCo Driver clocked-in state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Fallback to server-only if permission denied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5 · GEOFENCING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Ping interval tradeoffs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38</a:t>
            </a:r>
            <a:endParaRPr lang="en-US" sz="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74520"/>
          <a:ext cx="113385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  <a:gridCol w="4754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Interval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Pros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Cons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 seconds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Faster fence detection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More battery + data + DB writes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30 seconds (today)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Balanced default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Up to 30s alert delay at highway speed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60 seconds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Minimal backend load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Poor for tight urban geofences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Native geofence + 30s ping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Best battery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Extra native dev + testing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5 · GEOFENCING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Demo scenario A — yard departure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39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Setup: draw yard polygon around terminal in Fleet Map admin (proposed UI)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Driver clocks in on Unit FC101; GPS pings begin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Rule: notify dispatch when any active unit exits yard between 06:00–18:00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Expected: push + portal banner within one ping interval after boundary cross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Audit log: geofence_event_id, driver, unit, lat/lng, speed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5 · GEOFENCING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Demo scenario B — customer arrival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40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Setup: geofence at consignee address linked to active load DEMO-8801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Rule: on_enter → mark load status “At delivery” + notify customer portal user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Optional: require dwell 3 min before POD prompt unlocks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Map: highlight unit icon green inside customer zone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5 · GEOFENCING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Demo scenario C — restricted zone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41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Setup: no-go polygon (bridge weight limit, tunnel hazmat ban)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Rule: on_enter → critical alert to safety manager + driver push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Dashboard widget: “Geofence violations last 7 days”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Export CSV for insurance or compliance review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5 · GEOFENCING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Portal map — where managers will review alerts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42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4864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Existing Fleet Map already shows driver markers and shapes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Proposed: Geofence layer toggle + alert history panel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Click alert → fly to map location + link to live dashcam if session active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Customer-scoped: only their units and fences</a:t>
            </a:r>
            <a:endParaRPr lang="en-US" sz="1050" dirty="0"/>
          </a:p>
        </p:txBody>
      </p:sp>
      <p:pic>
        <p:nvPicPr>
          <p:cNvPr id="6" name="Image 0" descr="C:\Users\jarel\Projects\fleet-pulse-command\marketing\manual-frames\portal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80760" y="1691640"/>
            <a:ext cx="5715000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80760" y="6080760"/>
            <a:ext cx="5715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Operations dashboard context</a:t>
            </a:r>
            <a:endParaRPr lang="en-US" sz="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6 · AI SAFETY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AI reviews video for distracted driving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43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Not one monolithic “video AI” — FleetCo sends still frames (or short bursts) to Gemini with road vs cabin prompts (drivingSafetyAi.js).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Driver-facing camera → distraction, phone_use, drowsiness, no_seatbelt, impaired (review-only).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Road-facing camera → lane issues, tailgating, harsh_braking — corroborates inattention.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Each hit creates DrivingSafetyEvent with severity, confidence ≥0.55, GPS, speed, optional snapshot.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See Part 3B tables for full event type definitions.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6 · AI SAFETY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Sampling strategy for cost control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44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When to analyze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130552"/>
            <a:ext cx="5577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Only while live dashcam active AND speed &gt; 10 mph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Road frame every 10s; cabin every 15s if dual camera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Burst mode: 1 fps for 30s after harsh deceleration (IMU trigger)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63640" y="178308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When to skip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63640" y="2130552"/>
            <a:ext cx="5577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Parked / idling &gt; 5 min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Customer driver_safety_ai_enabled = false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Missing GEMINI_API_KEY — log once, no user error spam</a:t>
            </a:r>
            <a:endParaRPr lang="en-US" sz="10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6 · AI SAFETY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Illustrative Gemini cost model (planning only)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45</a:t>
            </a:r>
            <a:endParaRPr lang="en-US" sz="8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74520"/>
          <a:ext cx="113385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57200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Scenario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Assumption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Rough monthly vision cost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Small pilot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 drivers, 4 hr/day, 1 frame/15s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$15–$80 depending on model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Mid fleet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 drivers, 8 hr/day, 1 frame/10s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$80–$400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Aggressive sampling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Same fleet, 1 frame/3s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3–5× higher — avoid unless enterprise pays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Mitigation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Speed gates + dual-rate road/cabin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Keeps margin inside SaaS fee or add-on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6 · AI SAFETY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Demo scenario — phone use (driver camera)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46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Use Android with dualSupported true OR iPhone with native DualCam plugin once shipped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Driver starts Live Dashcam; confirm front camera preview active (driver face visible)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Safe staged test: parked, hold phone to ear — cabin frame sampled → cabin Gemini prompt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Within 1–2 sample intervals, DrivingSafetyEvent type phone_use in portal Safety inbox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Manager sees cabin snapshot thumbnail, map pin, confidence, acknowledge / false positive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6 · AI SAFETY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Demo scenario — distraction / drowsiness (driver camera)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47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Front camera captures glance away from windshield or head nod (staged while parked for demo)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AI returns distraction or drowsiness with description text from cabin prompt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Cross-check timestamp with road camera event (lane_split) if both streams active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Fleet manager filters by driver, date, severity; export weekly summary (proposed report)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6 · AI SAFETY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Dual camera + AI — demo platform matrix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48</a:t>
            </a:r>
            <a:endParaRPr lang="en-US" sz="8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74520"/>
          <a:ext cx="113385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108960"/>
                <a:gridCol w="310896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Platform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Road + driver together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Distraction AI quality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Demo note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Android + native dual (target)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 when concurrent API OK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High — continuous cabin frames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Primary PhonePulse demo kit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Android WebView only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Sometimes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Medium — test dualSupported flag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Phase A before native plugin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iPhone + native MultiCam (target)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 A12+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High — continuous cabin frames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Required for parity with Android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iPhone WebView only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Usually road only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Low for in-cab — road AI only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Do not sell as full distraction suite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Mobile Safari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Gesture / single cam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Not for production telematics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Driver should install Capacitor app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6 · AI SAFETY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Human review &amp; false positives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49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Never auto-terminate drivers on AI alone — use review queue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Confidence threshold default 0.55 (already in code); raise to 0.7 for stricter fleets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Allow fleet_manager to mark “false positive” to improve future tuning prompts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Retain frames per retention policy — align with privacy policy &amp; state law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7 · DIAGNOSTICS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Why phones cannot read the ECU alone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50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Engine control units speak OBD-II (light duty) or SAE J1939/J1708 (many trucks)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Phone has no physical connection to the diagnostic port without an adapter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Bluetooth LE OBD dongles bridge phone ↔ OBD port (ELM327 family)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Heavy-duty 9-pin requires J1939-capable adapter — consumer OBD often insufficient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7 · DIAGNOSTICS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Optional hardware SKUs (per vehicle, one-time)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51</a:t>
            </a:r>
            <a:endParaRPr lang="en-US" sz="8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74520"/>
          <a:ext cx="11338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228600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Tier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Hardware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Typical price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Gets you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Light duty BLE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OBD-II ELM327 BLE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$25–$80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Stored DTCs, some live PIDs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Heavy duty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J1939 Bluetooth adapter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$120–$400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Truck DTCs on supported models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OEM telematics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Factory modem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Included in truck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API integration — separate project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Phone only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Manual codes + AI explain (current)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7 · DIAGNOSTICS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Proposed BLE integration 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52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Capacitor BLE plugin in Driver app — pair once per vehicle profile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On shift start: connect to dongle, poll DTCs every 15 min or on MIL change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POST new codes to DiagnosticCode entity with scan_type auto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Portal Diagnostics list updates; AI explain runs on new codes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Shop notification when critical severity code appears on active load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7 · DIAGNOSTICS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Demo scenario — auto DTC pull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53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Shop plugs BLE dongle into test pickup; driver pairs in Driver Settings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Inject or clear test code P0301 on bench (safe environment)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Verify code appears in portal within one poll cycle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Create draft RO from diagnostic row (proposed one-click)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7 · DIAGNOSTICS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Heavy-duty honesty slide for sales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54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Mixed fleets: offer phone-first GPS/AI for all units; OBD dongle SKU for units that support it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For brand-new Class 8 with OEM telematics, sell API import instead of dongle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Website copy: “Automatic fault capture available with optional adapter”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Avoid claiming universal J1939 live PGN streaming without certification/testing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8 ·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Capacitor app configuration today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55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appId: org.fleetcomanagement.driver — webDir: dist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Plugins: Camera, Geolocation permissions declared in capacitor.config.json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Custom Android DashcamService plugin for foreground recording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driver-sw.js — background sync for offline API queue (Android Chrome)</a:t>
            </a:r>
            <a:endParaRPr lang="en-US" sz="10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8 ·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Key server entities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56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Location &amp; safety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130552"/>
            <a:ext cx="5577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DriverLocation — GPS pings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DrivingSafetyEvent — AI alerts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LiveStreamSession / Recording — dashcam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DashcamFrame — snapshot store (when enabled)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63640" y="178308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Maintenance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63640" y="2130552"/>
            <a:ext cx="5577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DiagnosticCode — DTC records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Vehicle — unit linkage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PortalActivity — audit feed (geofence events)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Customer — feature flags per fleet</a:t>
            </a:r>
            <a:endParaRPr lang="en-US" sz="10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8 ·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Optional LiveKit layer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57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When LIVEKIT_* env vars set, startLiveVideoStream returns livekitUrl + token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Sub-second office viewing; higher infra cost than chunked mode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Safety AI still samples JPEGs from driver upload path regardless of mode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Production readiness card in portal documents configuration source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8 ·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Security &amp; multi-tenant isolation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58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DriverLocation and safety events scoped by customer_id / entityScope rules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Drivers only POST for their own user_id; managers see customer fleet only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Media stored via mediaStorage — signed URLs, not public buckets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Geofence admin limited to fleet_manager / customer admin roles</a:t>
            </a:r>
            <a:endParaRPr lang="en-US" sz="1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8 ·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Offline &amp; poor connectivity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59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offlineSync coalesces DriverLocation writes in IndexedDB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Dashcam chunks queue until cell returns — driver sees pending count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Geofence evaluation uses server time of ping arrival (note delay in UI)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Safety AI can backlog analyze when uploads resume — stamp original captured_at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8 ·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Environment variables checklist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60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GEMINI_API_KEY — required for Safety AI vision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LIVEKIT_URL, LIVEKIT_API_KEY, LIVEKIT_API_SECRET — optional live WebRTC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FCM / push credentials — geofence and safety push alerts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SITE_URL — marketing screenshot scripts only</a:t>
            </a:r>
            <a:endParaRPr lang="en-US" sz="1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9 · PLATFORMS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iPhone 15/16 vs flagship Android (2024–2026)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61</a:t>
            </a:r>
            <a:endParaRPr lang="en-US" sz="8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74520"/>
          <a:ext cx="113385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0624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Topic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iPhone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Android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Background GPS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Always permission + App Store justification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Foreground service + permissions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Dual camera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Typically one active stream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Many models support dual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Dashcam while navigating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User must keep app foreground often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Foreground service helps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BLE OBD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CoreBluetooth via Capacitor plugin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Standard BLE scanning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App distribution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TestFlight + App Store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Play internal testing (live today)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9 · PLATFORMS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Recommended demo device kit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62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Primary: Samsung or Pixel on latest Android — dual camera + foreground service demo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Secondary: iPhone on Capacitor build — road AI + geofence + live view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Mount: vent mount + charging cable (not “telematics hardware” but required for quality)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Test account: clocked-in driver linked to FC101 / demo customer fleet</a:t>
            </a:r>
            <a:endParaRPr lang="en-US" sz="11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9 · PLATFORMS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Permissions UX copy (drivers)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63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Location: “FleetCo needs your location while you’re clocked in so dispatch can see the unit and geofence alerts work.”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Camera: “Road camera is used for live dashcam and safety monitoring when your fleet enables it.”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iOS Always: link to Settings screenshot in driver FAQ (proposed help article)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Opt-out: limited mode without camera — GPS-only telematics tier (policy decision)</a:t>
            </a:r>
            <a:endParaRPr lang="en-US" sz="11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10 · COSTS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One-time costs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64</a:t>
            </a:r>
            <a:endParaRPr lang="en-US" sz="8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74520"/>
          <a:ext cx="113385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5852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Item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Cost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Notes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Company phone (existing)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$0 marginal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Already budgeted ops expense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Phone mount + charger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$15–$40/unit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Strongly recommended for dashcam angle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BLE OBD optional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$25–$400/unit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Only if auto diagnostics sold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Apple Developer Program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$99/year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iOS distribution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Google Play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$25 one-time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Already used for driver app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10 · COSTS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Recurring costs (beyond base SaaS)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65</a:t>
            </a:r>
            <a:endParaRPr lang="en-US" sz="8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74520"/>
          <a:ext cx="113385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657600"/>
                <a:gridCol w="4754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Item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Driver scale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Order of magnitude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Gemini Safety AI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 drivers, moderate sampling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$80–$400/mo — model dependent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LiveKit Cloud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 concurrent viewers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$50–$200/mo or self-host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Extra GPS storage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30s pings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Usually negligible on Postgres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Push notifications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FCM/APNs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Free at fleet scale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Pass-through pricing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Enterprise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Bill AI usage as add-on line item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10 · COSTS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Engineering effort estimate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66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Geofence CRUD + server engine + notifications: ~1.5–2 weeks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Wire Safety AI to live snapshot pipeline + portal inbox: ~1 week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Background location hardening iOS/Android: ~1.5–2 weeks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BLE OBD MVP (light duty): ~2–3 weeks; heavy-duty J1939: +2–4 weeks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QA field pilot + privacy review: ~1 week parallel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10 · COSTS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ROI narrative for website / sales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67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Avoid $200+ hardware × 40 units = $8,000 upfront vs app enablement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Single portal login — no separate telematics vendor training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Upsell: “Safety AI add-on” + “Auto diagnostics adapter kit”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Enterprise custom: LiveKit dedicated + SLA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11 · LEGAL &amp; PRIVACY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Driver consent &amp; notice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68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Update Privacy policy — camera, location, AI analysis purposes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Employee handbook addendum for in-cab monitoring where required by state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California / Illinois / other two-party consent states — legal review for audio (mute audio if unsure)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Customer agreement: fleet owns policy; FleetCo is processor</a:t>
            </a:r>
            <a:endParaRPr lang="en-US" sz="10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11 · LEGAL &amp; PRIVACY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Data retention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69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Define retention for DrivingSafetyEvent snapshots (e.g. 90 days default)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DriverLocation history — align with IFTA/reporting needs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Right-to-delete requests — map to user_id and media blobs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Export for litigation hold — admin-only function (proposed)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11 · LEGAL &amp; PRIVACY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FMCSA / ELD clarification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70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This telematics package is not a certified ELD replacement unless you explicitly build and certify ELD mode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GPS + dashcam + geofence complements hours-of-service tools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Marketing: “fleet visibility and safety” not “DOT certified logging” unless certified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12 ·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Phase plan (suggested)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71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P0 (4–6 weeks): Geofence alerts + background GPS + Safety AI on live frames + portal inbox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P1 (6–10 weeks): Geofence admin UI on map, reports, customer notifications tuning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P2 (10–16 weeks): BLE OBD light duty, RO auto-create from DTC, IMU harsh event hints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P3 (enterprise): OEM telematics API feeds, custom SLAs, dedicated LiveKit</a:t>
            </a:r>
            <a:endParaRPr lang="en-US" sz="11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12 ·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Field pilot — 1 week with a customer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72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Day 1: Enable test customer, 2–3 drivers, permissions training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Day 2–4: Run loads with live dashcam + geofence test zones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Day 5: Review Safety inbox false positive rate; tune intervals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Day 6–7: Manager feedback session; prioritize P1 items</a:t>
            </a:r>
            <a:endParaRPr lang="en-US" sz="11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12 ·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Success metrics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73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Technical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130552"/>
            <a:ext cx="5577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≥95% GPS pings received while clocked in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&lt;60s geofence alert latency (p95)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Safety AI events reviewable within 5 min of occurrence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Zero cross-customer data leaks in QA audit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63640" y="178308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Business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63640" y="2130552"/>
            <a:ext cx="5577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Customer willing to expand from pilot to paid add-on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Support tickets per driver &lt; 0.5 during pilot week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Clear website copy approved by leadership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Cost per driver per month documented</a:t>
            </a:r>
            <a:endParaRPr lang="en-US" sz="10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13 · LIVE DEMO SCRIPT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Pre-flight (15 minutes before)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74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Confirm API deployed with GEMINI_API_KEY and test customer driver_safety_ai_enabled true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Driver phone: logged in, clocked in on FC101, Live Dashcam tested once on Wi-Fi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Office: Fleet Map open; second screen for Safety inbox (when shipped)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</a:rPr>
              <a:t>Printed yard geofence coordinates or admin UI ready</a:t>
            </a:r>
            <a:endParaRPr lang="en-US" sz="10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13 · LIVE DEMO SCRIPT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Step 1 — Show live map ping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75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Open portal Fleet Map — locate test driver marker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Point out speed, heading, unit label, trail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Explain 30s ping (or 10s if tuned for demo)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Toggle customer view-as to prove tenant isolation</a:t>
            </a:r>
            <a:endParaRPr lang="en-US" sz="11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13 · LIVE DEMO SCRIPT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Step 2 — Enable dual camera + live dashcam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76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Customer portal Driver Media: confirm dual camera enabled for test fleet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Driver phone: verify dualSupported (Android) or native DualCam (iOS when available)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Dashcam tab → Start Live Dashcam — road live to office; driver cam feeding AI samples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Office: live viewer (road) + Safety inbox (driver cam events)</a:t>
            </a:r>
            <a:endParaRPr lang="en-US" sz="11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13 · LIVE DEMO SCRIPT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Step 3 — Trigger geofence (after build)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77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Drive or simulate route crossing yard boundary (or replay GPX in staging)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Show dispatch notification and PortalActivity row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Open map fly-to on alert coordinates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Optional: customer email template preview</a:t>
            </a:r>
            <a:endParaRPr lang="en-US" sz="11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13 · LIVE DEMO SCRIPT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Step 4 — Safety AI event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78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With sampling enabled, perform safe staged distraction test or use staging fixture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Refresh Safety inbox — show event_type, severity, confidence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Open linked snapshot and map pin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Demonstrate acknowledge / false positive workflow</a:t>
            </a:r>
            <a:endParaRPr lang="en-US" sz="11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13 · LIVE DEMO SCRIPT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Step 5 — Diagnostics path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79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Today: show manual DiagnosticModal + AI code explain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Future: show BLE paired driver app pulling P0301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Link diagnostic to vehicle FC101 history tab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Close with optional dongle SKU pricing slide</a:t>
            </a:r>
            <a:endParaRPr lang="en-US" sz="11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14 · WEBSITE COPY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Hero message (draft)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80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Headline: “Telematics built into the driver app you already use.”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Sub: Live GPS, geofence alerts, AI safety monitoring, and live dashcam — no extra black box required.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Footnote: Optional OBD adapter for automatic fault codes on supported vehicles.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CTA: Book demo · Enterprise telematics quote</a:t>
            </a:r>
            <a:endParaRPr lang="en-US" sz="11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14 · WEBSITE COPY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Feature bullets for marketing page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81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Include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130552"/>
            <a:ext cx="5577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Real-time fleet map with driver app GPS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Configurable geofence notifications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AI-assisted driver safety events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Live video to dispatch (optional low-latency LiveKit)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63640" y="178308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Exclude / qualify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63640" y="2130552"/>
            <a:ext cx="5577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“Full J1939 telematics” without adapter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“Certified ELD” unless certified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Identical iOS/Android dual-camera claims</a:t>
            </a:r>
            <a:endParaRPr lang="en-US" sz="10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Unlimited AI with no usage note for enterprise</a:t>
            </a:r>
            <a:endParaRPr lang="en-US" sz="10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PART 14 · WEBSITE COPY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Comparison table for site vs hardware telematics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82</a:t>
            </a:r>
            <a:endParaRPr lang="en-US" sz="800" dirty="0"/>
          </a:p>
        </p:txBody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74520"/>
          <a:ext cx="113385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062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Traditional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FleetCo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Hardware install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Required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Optional (OBD only)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Time to live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Days–weeks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Hours (app update)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Video AI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Vendor lock-in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Gemini-powered, your portal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Shop diagnostics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Sometimes included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Portal + optional BLE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Single sign-on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Separate portal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Same FleetCo login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Related FleetCo decks &amp; downloads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83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FleetCo-Smartphone-Telematics-Demo.pptx — this deck (80+ slides, dual-camera + AI focus)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FleetCo-System-Deep-Dive-Review.pptx — UI screenshots + gap analysis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FleetCo-System-Capabilities-Review.pptx — module catalog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Regenerate telematics deck: npm run marketing:telematics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Download URL: https://fleetcomanagement.org/marketing/FleetCo-Smartphone-Telematics-Demo.pptx</a:t>
            </a:r>
            <a:endParaRPr lang="en-US" sz="11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Source code references (for engineering review)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84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src/hooks/useDriverLocation.js — GPS ping interval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src/components/mobile/DriverDeviceProvider.jsx — dual camera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server/drivingSafetyAi.js — Gemini Safety AI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server/liveStream.js — live dashcam sessions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src/pages/Diagnostics.jsx — DTC tracking UI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capacitor.config.json — org.fleetcomanagement.driver</a:t>
            </a:r>
            <a:endParaRPr lang="en-US" sz="10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QA audit command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85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After generating: node scripts/audit-pptx-content.mjs marketing/FleetCo-Smartphone-Telematics-Demo.pptx --min-slides=50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Fails if any slide has fewer than 48 characters of visible text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Screenshot frames live in marketing/manual-frames/*.png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Refresh UI shots: npm run marketing:deep-dive -- --refresh</a:t>
            </a:r>
            <a:endParaRPr lang="en-US" sz="11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11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Questions &amp; next steps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Approve P0 roadmap · Run field pilot · Update fleetcomanagement.org telematics page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support@fleetcomanagement.org  ·  (360) 952-1249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Smartphone Telematics Demo  ·  https://fleetcomanagement.org  ·  Slide 86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86</Slides>
  <Notes>86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8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FleetCo — Smartphone Telematics Demo</dc:title>
  <dc:subject>Dual-camera iPhone/Android review, AI distraction detection, geofencing, optional OBD</dc:subject>
  <dc:creator>Fleetco Management LLC</dc:creator>
  <cp:lastModifiedBy>Fleetco Management LLC</cp:lastModifiedBy>
  <cp:revision>1</cp:revision>
  <dcterms:created xsi:type="dcterms:W3CDTF">2026-10-08T15:49:39Z</dcterms:created>
  <dcterms:modified xsi:type="dcterms:W3CDTF">2026-10-08T15:49:39Z</dcterms:modified>
</cp:coreProperties>
</file>