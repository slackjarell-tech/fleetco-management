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FLEETCO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F59E0B"/>
                </a:solidFill>
              </a:rPr>
              <a:t>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Business Pitch Deck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Software + Mobile Driver App + FSI Service Territories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Move freight. We handle the rest.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https://fleetcomanagement.org  ·  (360) 952-1249  ·  Dallas, TX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Confidential —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One Platform. Two Revenue Engines.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FleetCo Management — cloud SaaS for dispatch, maintenance, fuel, compliance, accounting, and customer portals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FleetCo Driver — Android app (internal testing live) connecting drivers via GPS, scans, routes, HOS, and POD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797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Fleet Services International (FSI) — affiliated mobile fleet service territories (protected markets, on-site PM/repair)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5526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Integrated stack: field service + software = higher retention, data moat, and blended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307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Base case Year 5: ~$1.36M SaaS ARR · Year 10: ~$5.71M SaaS ARR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Year 10 combined (SaaS + FSI territories): ~$NaNM revenue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 Operations Are Fragmented and Expensive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Small and mid-size carriers lose margin to tool sprawl and downtime.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5+ disconnected systems for dispatch, maintenance, fuel, compliance, and accounting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30% of revenue at risk from inefficiency, unplanned downtime, and poor visibility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7121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DOT violations and missed PMs → $10K+ fines and lost loads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4670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Drivers on phones without a unified app tied to dispatch and billing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221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Shop work disconnected from fleet status, parts, and customer P&amp;L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FleetCo Command Center + Driver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Single secure portal for owners, dispatch, finance, and customers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Real-time fleet map, routes, work orders, fuel, HOS, and TCO per mile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797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FleetCo Driver mobile app syncs clock-in GPS, scans, routes, and media to the portal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5526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AI Site Commander — natural-language queries and portal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307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Optional FSI mobile service territories for preventative maintenance and breakdown response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FleetCo Delivers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https://fleetcomanagement.org/login — live production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Fleet &amp; Assets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VIN decode, specs, recalls, parts links, documents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Dispatch &amp; Loads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Load board, routes, GPS map, delivery POD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Maintenance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3317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Work orders, PM, In Shop status, parts &amp; vendors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Fuel &amp; IFTA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Fuel logs, audits, cost-per-mile / TCO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329184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HOS, inspections, incidents, driver documents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697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429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Accounting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7490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GL, PO email PDFs, payroll hooks, 1099, invoicing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MOBILE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FleetCo Driver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Package: org.fleetcomanagement.driver · Play internal testing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Time clock with live GPS while on shift → Fleet Map for dispatch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500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Barcode/QR scan history with location → Driver Scans in portal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2549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Delivery routes, POD photos, dashcam clips, fuel, HOS, inspections, messages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0098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Same API and database as the web portal — no duplicate data entry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764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Demo drivers: driver1@fleetco.com / demo123 (seed script for production)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VERTICAL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Fleet Services International (FSI)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Protected territory · mobile workstation · preventative maintenance + breakdown calls · not a franchise (no royalties per FSI site)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FSI corporate (fleetservicesint.com): protected commercial territory · Business-in-a-Box training &amp; vendor pricing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4144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Not a franchise — no royalties per FSI public materials; typical capital $150K–$500K per territory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1693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Affiliated dealer model: mobile on-site PM + breakdown calls — owner as territory architect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924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Every repair order flows through FleetCo: work orders, tech time, parts, customer invoicing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6791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SaaS customers get priority scheduling; shop-only fleets upsell to Starter/Growth plans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Large, Underserved SMB Fleet Segment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US trucking and fleet services: multi-billion TAM; SMB operators underserved by enterprise telematics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500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Target: owner-operators (1–5 units), small fleets (6–15), growth fleets (16+)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2549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Competitors (Samsara, Fleetio, Motive) focus enterprise — gap for integrated ops + optional field 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0098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Geography: launch Dallas metro · expand along I-20 / I-35 / I-10 freight corridors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Recurring SaaS + Service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SaaS: Starter $299/mo (1–5 units) · Growth $599/mo (6–15) · Enterprise custom (16+)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042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Managed fleet services and onboarding fees (high-touch customers)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7797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FSI-affiliated territories: recurring PM contracts + break-fix labor and parts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5526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~68% gross margin SaaS · ~42% gross margin field service (model assumptions)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307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Land with software or service — expand wallet share within each fleet account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WHY FLEETCO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Competitive Advantages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All-in-one portal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8288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Dispatch, shop, fuel, compliance, accounting — one 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Driver app + portal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697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Native Android; data syncs in real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AI Site Commander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35661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Plain-English automation for owners and executives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FSI option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Vertical service layer competitors cannot copy quickly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Price point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5303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SMB-friendly vs enterprise telematics contracts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 &amp; Go-to-Market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Production SaaS at fleetcomanagement.org with HTTPS, privacy/terms, pricing, and customer onboarding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500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FleetCo Driver AAB built; Google Play internal testing track 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2549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Driver download links on website; demo driver accounts and unique DRV numbers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0098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Business plan, revenue models, client deck, and marketing assets in market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764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FSI dealership framework aligned with fleetservicesint.com public model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5-Year SaaS Outlook (Base Case)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Source: FleetCo financial model — illustrative projections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Year 5 (2030)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Customers (EOY)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220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ARR (EOY)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$1360K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Annual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$1125K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EBITDA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$85K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Year 5 scenarios (customers EOY)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Conservative: 160 customers · $0.92M ARR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Base Case: 220 customers · $1.36M ARR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Optimistic: 280 customers · $1.85M ARR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FINANCIALS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10-Year Vision (Base Case)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Year 10 SaaS ARR: $5.71M · 780 customers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Combined revenue (SaaS + FSI territories): $NaNM · 12 territories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Conservative Y10: $3.24M ARR · 520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Base Case Y10: $5.71M ARR · 780 customers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Optimistic Y10: $8.57M ARR · 1050 customers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EBITDA turns positive in base case mid-model as opex scales slower than ARR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Key Milestones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2026 H2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8288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FleetCo Driver on Google Play · FSI dealership territory pilot (mobile PM/repair, Dallas metro)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Month 14 (~Year 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First $100K SaaS ARR · primary FSI territory at target fleet-account capacity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Year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35661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$1.36M+ SaaS ARR · 4 FSI dealer territories · combined revenue $3.2M+ · EBITDA break-even (SaaS base case)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Year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4348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$2.7M+ SaaS ARR · 6 FSI territories · iOS App Store parity with Android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Year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53035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$5.7M SaaS ARR · 12 FSI territories · $12.4M combined revenue · ~4,500+ vehicles under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How We Win Customers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Founder-led sales, website demos, and fleet association outreach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3500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FSI territory launch: mobile PM contracts + SaaS upsell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82549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Content: client deck, video tour, user manual, competitive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0098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Partner channel: FSI corporate referrals and regional dealer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764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▸  Land Starter/Growth → expand units and modules → Enterprise + managed services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Simple SaaS Plans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Fast onboarding · month-to-month or annual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Starter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$299/mo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1–5 vehicles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 manager · parts sourcing · fuel optimization · monthly reports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18288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$599/mo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6–15 vehicles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Everything in Starter · PM scheduling · priority support · budget reviews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Custom pricing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16+ vehicles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Tailored scope · telematics · custom integrations · dedicated account team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Leadership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Dallas, TX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FleetCo Management  ·  fleetcomanagement.org  ·  (360) 952-1249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JaRell Slack &amp; Desiree Slack — Owners / Operators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Built and deployed full-stack fleet platform (React, Node, PostgreSQL on Render)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99008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Hands-on fleet operations, customer success, and product 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46557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▸  Executing FSI-aligned mobile service strategy alongside SaaS growth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Partner With FleetCo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Invest · Refer fleets · FSI territory · Enterprise 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https://fleetcomanagement.org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support@fleetcomanagement.org  ·  (360) 952-1249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3977640"/>
            <a:ext cx="512064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42519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Schedule a live portal demo · Request financial model · Tour FleetCo Driver 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Management — Business Pitch Deck</dc:title>
  <dc:subject>SaaS fleet platform + FSI mobile service integration</dc:subject>
  <dc:creator>Fleetco Management LLC</dc:creator>
  <cp:lastModifiedBy>Fleetco Management LLC</cp:lastModifiedBy>
  <cp:revision>1</cp:revision>
  <dcterms:created xsi:type="dcterms:W3CDTF">2026-07-21T21:54:50Z</dcterms:created>
  <dcterms:modified xsi:type="dcterms:W3CDTF">2026-07-21T21:54:50Z</dcterms:modified>
</cp:coreProperties>
</file>