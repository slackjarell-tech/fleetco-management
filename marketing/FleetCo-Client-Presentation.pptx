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FLEETCO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8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Fleet Operations.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3931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Built for owner-operators &amp; small fleets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72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fleetcomanagement.org  ·  (214) 555-0198  ·  Dallas, TX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5669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Client Presentation —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Fleet Management Is Fragmented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737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5+ disconnected tools for dispatch, maintenance, fuel, and compliance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74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32120" y="1737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30% of revenue lost to inefficiency, downtime, and poor visibility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31546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DOT violations and missed PMs cost $10K+ in fines and lost loads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4632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7492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532120" y="31546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No single source of truth for fleet P&amp;L and cost-per-mile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OUR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FleetCo — Your Command Center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One secure portal for your entire operation — from the road to the shop to the back office.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Fleet &amp; Assets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Every truck, trailer, VIN, odometer &amp; document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29000" y="201168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Dispatch &amp; Loads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66160" y="2514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Load board, routes, GPS map &amp; delivery POD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Maintenance &amp; Shop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2514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Work orders, PM schedules, parts &amp; vendors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657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Fuel &amp; IFTA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40233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Station pricing, fuel logs &amp; tax-ready reports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9000" y="352044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6160" y="3657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Compliance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66160" y="40233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HOS/ELD, DVIRs, inspections &amp; incident tracking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09360" y="352044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657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Analytics &amp; P&amp;L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46520" y="40233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Fleet-wide KPIs, TCO per unit &amp; custom reports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Site Commander &amp; Revan AI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Like having Cursor built into your portal — ask in plain English, get real changes.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"List all open work orders" → instant fleet query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"Change our homepage headline" → live website update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"Create a brake inspection WO for unit 104" → done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Executive Revan AI: audits, user management, full control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389120"/>
            <a:ext cx="804672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617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Demo live at fleetcomanagement.org/login  ·  admin@fleetco.com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4983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customers · 12 units · 8 work orders · 5 active loads — pre-loaded demo data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What FleetCo Delivers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15–25%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Reduction in unplanned downtime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PM alerts &amp; work order tracking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4632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7492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8–12%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74920" y="2057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Fuel cost savings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74920" y="2377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Station pricing &amp; IFTA-ready logs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200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100%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77240" y="3657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Compliance visibility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3977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HOS, DVIRs &amp; inspection records in one place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3200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1 Portal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74920" y="3657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For owners, dispatch &amp; drivers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74920" y="3977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Role-based access, mobile-ready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WHO WE SERVE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Built for Real Fleet Operators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Owner-Operators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1–5 trucks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8346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Fuel savings, compliance, parts sourcing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55448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Small Fleets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22860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6–50 units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66160" y="28346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Dispatch, maintenance, driver management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55448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Fleet Managers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2860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Multi-customer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8346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Client portal, P&amp;L, executive dashboards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GET STARTED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Simple Plans. Fast Onboarding.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97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Starter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</a:rPr>
              <a:t>$99/mo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Up to 5 units · Core portal &amp; compliance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29000" y="1554480"/>
            <a:ext cx="2697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Growth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2148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</a:rPr>
              <a:t>$249/mo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66160" y="2697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Up to 25 units · Full ops + fuel + analytics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1554480"/>
            <a:ext cx="2697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Enterprise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148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</a:rPr>
              <a:t>Custom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46520" y="2697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Unlimited · Multi-tenant · AI + white-label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Next step: Schedule a 30-minute live demo at fleetcomanagement.org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Let's Move Your Fleet Forward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Schedule a demo · Request a custom quote · Tour the live portal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</a:rPr>
              <a:t>fleetcomanagement.org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info@fleetcomanagement.org  ·  (214) 555-0198  ·  Dallas, TX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JaRell &amp; Desiree Slack, Owners — Fleetco Management LLC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Fleetco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FleetCo Management — Client Presentation</dc:title>
  <dc:subject>Fleet operations platform for owner-operators and small fleets</dc:subject>
  <dc:creator>Fleetco Management LLC</dc:creator>
  <cp:lastModifiedBy>Fleetco Management LLC</cp:lastModifiedBy>
  <cp:revision>1</cp:revision>
  <dcterms:created xsi:type="dcterms:W3CDTF">2026-07-07T19:51:37Z</dcterms:created>
  <dcterms:modified xsi:type="dcterms:W3CDTF">2026-07-07T19:51:37Z</dcterms:modified>
</cp:coreProperties>
</file>