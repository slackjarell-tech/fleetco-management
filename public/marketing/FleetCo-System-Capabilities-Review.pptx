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Capabilities Review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Detailed reference — portal, driver app, API &amp; roles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https://fleetcomanagement.org  ·  $35/unit/mo  ·  Dallas, TX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Generated from live codebase + System Manual  ·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What this deck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Platform architecture &amp; deployment model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User types, roles, and permission model (FleetCo vs customer vs driver)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Full portal module catalog (sidebar sections)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Deep dives: Fleet, Repair Orders, Maintenance, Operations, Compliance, Finance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Driver mobile app feature list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Billing, provisioning, security, integrations &amp; optional services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Recent releases, demo/pilot tooling, and how to review the live system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the system is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React 18 + Vite + Tailwind + shadcn/ui components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Single SPA: public site, /login portal, /driver mobile shell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Role-based navigation via sidebar module preferences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Customer context header for FleetCo “view as customer”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Production build served with API (e.g. Render / IONOS)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Node.js Express API on port 3001 (JWT auth)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Entity store (JSON file / persistent disk) — Users, Customers, Vehicles, Loads, WorkOrders, etc.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Server functions: provisionCustomer, createUserAccount, decodeVin, welcome email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Background schedulers: marketing autopilot, payments overdue, dashcam retention, carrier payments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Uploads folder for documents, dashcam media (configure object storage for prod durability)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ACCESS SURFACES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URLs &amp; entry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Public website &amp; pricing: https://fleetcomanagement.org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Customer / staff portal login: https://fleetcomanagement.org/login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Driver app login: /driver/login (also native Android — org.fleetcomanagement.driver)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Broker signup: /broker-signup · Load board marketplace for freight brokers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Materials: System Manual, Customer Manual, Marketing Gallery, downloadable PDF manual &amp; decks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API health: /api/public-settings · Authenticated CRUD: /api/entities/:type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FleetCo internal roles (no customer_id)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Typical duties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Portal access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 platform, billing, datastore, domain email, employee creation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All modules + SLT-only tools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Executive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Cross-customer analytics, payroll, strategic ops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Executive dashboard, most modules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Fleet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Customer provisioning, account management, approvals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Customers, billing, full ops on accounts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Fleet Coordinator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Day-to-day ops, document review, customer 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Ops/fleet/maintenance; customer view mode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Tech (shop)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 queue, estimates, parts on work orders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Work orders (mechanic modal), maintenance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Customer portal roles (customer_id set)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Typical duties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Restrictions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Customer 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Company admin, billing, team, approve repair estimates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 customer modules; no other customers’ 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Customer Fleet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Fleet, loads, repair orders, drivers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Same as owner minus some team assign rules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Fleet Coordinator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Dispatch-style ops, add vehicles (wizard)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 executive/FleetCo tools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Parts Manager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Maintenance, parts, edit unit 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Focused maintenance sidebar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Workforce visibility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Repair orders: view + comments only (API enforced)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Driver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Field use via driver app; optional portal read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Comment-only on WOs if using portal; assigned units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PORTAL CATALOG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Sidebar modules (by section)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Visibility filtered per role &amp; module preferences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Dashboard — Admin, Executive, FleetCo Payroll, Customer Insights (internal)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Operations — Load Board, Route Builder/Dashboard, My Delivery Route, Fleet Map, Yard, PD Command Tower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Fleet — Fleet Units, Fleet P&amp;L, Vehicle TCO, Repairs Dashboard, Work Orders, Diagnostics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Maintenance — PM schedules, Calendar, Pre-Trip, Inspections, Service Templates, Parts, VIN Research, Vendors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Drivers &amp; Payroll — Drivers, Hiring Hub, Scorecards, Driver Media, Payroll, Time Clock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Compliance — ELD, HOS logs, Compliance Tracker, IFTA, Incidents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Finance — Invoices, Accounting, Fuel Stations/Audits, Driver Scans, Reports, Subscription, SLT Billing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Other — Customers/Team, Messages, Site Commander AI, Marketing Hub, Gallery, Dev Feedback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Dashboards &amp; KPIs —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Admin / staff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Active vehicles &amp; trailers count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Open / in-transit loads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Fuel spend period summary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Maintenance due &amp; overdue counts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Pending inspections &amp; HOS violation flags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Activity feed &amp; drill-through links to modules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Customer 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Welcome + getting-started checklist (fleet, drivers, fuel, loads)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My vehicles, active loads, amount owed vs paid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Outstanding invoices list with status badges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My fleet unit list with status chips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Module preferences &amp; notification prefs in sidebar footer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FLEET UNITS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Fleet Units page — detailed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Tabs: Vehicles (power units) vs Trailers — search by unit #, make, model, VIN, trailer type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Add Vehicle / Add Trailer (FleetCo admin) or Add Vehicle Info wizard (customers &amp; coordinators)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Per-card actions: Specs &amp; Parts, History, Docs, Manuals (staff), Edit, Delete (staff only)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Vehicle fields: equipment class, map color, license plate, odometer, purchase price/date, assigned driver/customer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VIN Decode calls NHTSA — auto-fill make/model/year; surfaces open recalls on decode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Estimated book value from purchase price &amp; age (straight-line style depreciation display)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Status values: Active, Inactive, In Shop, Waiting for Parts, Out of Service, Pending Inspection, Leased Out, Retired, Sold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Customers &amp; FleetCo employees: Edit → change status and operational fields (scoped to their fleet)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FLEET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Live tracking &amp; map visuals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Fleet Map shows clocked-in drivers with GPS (≈30s updates while on clock)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Vehicle map colors: driveable, support needed, in shop — configurable per unit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Speed, heading, trails; circles/rectangles for geofence-style views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Trailer assignment at Time Clock sign-in — links power unit + trailer on map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Route Dashboard integrates live driver positions with stop completion %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Privacy: location only while clocked in; permission prompt on driver device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REPAIR ORDERS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 lifecycle — step by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1 Check-in / Intake — customer or staff: unit, odometer, complaint (verbatim), contact, condition notes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2 Diagnosis / Estimate — mechanic: tasks, parts, labor, shop notes → status awaiting_estimate → awaiting_approval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3 Internal approval — fleet manager or customer owner approves $ total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4 Customer authorization — signature panel when require_customer_authorization; then status open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5 Repair — in progress, parts ordered, awaiting parts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6 Complete / invoice — completed status, costs roll to Repairs Dashboard &amp; vehicle history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UI: RepairOrderPhaseBar, WorkOrderIntakeModal, MechanicWorkOrderModal, WorkOrderDetail authorization panel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Customer portal label: “Fleet repairs”; HR/driver: comment panel + POST /api/work-orders/:id/comments only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WORK ORDERS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Statuses &amp; queues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Status 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awaiting_estimate — Diagnosis / estimate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awaiting_approval — Internal review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awaiting_authorization — Awaiting customer OK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open — Authorized, ready for shop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in_progress, parts_ordered, awaiting_parts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completed, cancelled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Work Orders list — filters, search, bulk CSV (where enabled)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Repairs Dashboard — KPI cards, active RO list, downtime cost by unit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Mechanic shop queue — tech role filtered queue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Pending approval banner for approver roles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Completed repair spend rollup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MAINTENANCE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PM, parts &amp; shop support —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Preventive Maintenance — intervals by miles/date; overdue highlighting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Maintenance Calendar — month view of scheduled/completed events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Pre-Trip Checklist &amp; Inspections — DVIR workflow, defects, manager sign-off, PDF export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Service Templates — named checklists (tasks + estimated hours) applied to new WOs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Parts Inventory — qty, cost, supplier; tie parts to work orders for true job cost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Vehicle Parts Research — accessories, fitment, recall awareness from VIN context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Vendors &amp; Contracts — labor rates, parts discounts, scale certification, contract expiry alerts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Diagnostics page — log DTCs, severity, link to vehicle and resolution notes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LOAD 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Freight operations —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Create loads: load #, origin/destination, pickup/delivery dates, rate, miles, weight, commodity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Assign driver, truck, trailer; track status Available → Assigned → In Transit → Delivered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Customer-scoped loads when logged in as portal user; FleetCo sees all or customer view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Load marketplace visibility &amp; audit events for executive marketplace module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Weigh scale capture — axle weights, ticket metadata per load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Google Maps / navigation links from load records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Broker accounts: separate signup, billing path, marketplace participation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ROUTING &amp; POD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Last-mile &amp; delivery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Route Builder — create routes, add/reorder stops, bulk CSV import, map visualization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Assign driver + vehicle to route; daily route instances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My Delivery Route (driver) — stop list, instructions, mark complete/fail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Proof of delivery — photo/signature capture where configured (virtual POD options per customer)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Route Dashboard — all routes for date, progress bars, live driver dots with speed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PD Command Tower — map-centric dispatch for P&amp;D operations (advanced module)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Yard Management — yard placements and unit tracking (yard module)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FUEL &amp; IFTA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Fuel module —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Fuel logging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Fuel Audits page — entries by vehicle/driver/date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Gallons, PPG, total, odometer, location, fuel type (diesel/gas/DEF)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Receipt attachments for audit trail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 app fuel entry for field capture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IFTA &amp; stations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Fuel Stations map — diesel/DEF pricing layers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Periodic price refresh; prediction charts where enabled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IFTA Dashboard — quarterly jurisdiction splits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Export-oriented reporting for filing workflows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 fuel cards &amp; station finder in driver shell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DRIVERS &amp; HR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People operations —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Drivers page — roster, status, assigned vehicle, contact, documents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Driver Scorecards — on-time, fuel, safety, violations (configurable metrics display)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Screening / compliance fields — MVR, drug test, background check expirations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Hiring Hub — job postings, applications, applicant nurture autopilot (server scheduler)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Time Clock — select truck + optional trailer before clock-in; blocks double-booking unit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Driver Payroll Summary &amp; Payroll runs — multiple pay types (mile, stop, hourly, salary, 1099/W2)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FleetCo Payroll — separate module for internal FleetCo employees (executive/HR roles)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Regulatory &amp; safety —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HOS / ELD Logs — off/sleeper/driving/on-duty segments; draft → submitted → reviewed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Rule hints for 11-hour, 14-hour, 70-hour cycles (advisory in UI)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Compliance Tracker — expiring CDL, med card, registrations, inspections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Incident Reports — severity, CSA points, insurance claim tracking, corrective actions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ELD Portal — entry to ELD-related workflows (integration-ready structure)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Inspection types: pre/post-trip, annual DOT, brake, tire, safety, emissions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FINANCE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Money &amp; reporting —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Invoices — line items, sent/paid/overdue, customer_id scoped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Accounting — chart of accounts, journal entries, purchase orders, payroll runs, 1099 tracking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Reports Center — categorized exports (fuel, maintenance, financial, compliance, operations)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Excel (.xlsx) downloads; master workbook style exports where configured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Subscription entity — per-unit plan, monthly/yearly term, payment collected flags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Stripe customer portal session (when keys configured) for payment method updates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SLT Billing — per-customer billing detail for owner/executive/fleet manager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system_paused overlay when customer subscription past due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CUSTOMERS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Provisioning &amp; team —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Customers page — company profile, MC/DOT, fleet size, assigned FleetCo managers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provisionCustomer function — plan, term, payment collected, subscription record, portal login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Welcome email + temp password; PendingAccount until first login password change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My Team (customer) — invite users with roles: HR, fleet manager, coordinator, parts, driver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Module preferences per user — which sidebar sections appear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Notification preferences — billing, loads, maintenance, compliance, messages toggles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Customer analytics — portal page visits tracked for Customer Insights (internal)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DRIVER 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Mobile feature matrix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Core screens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/driver — home summary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Time Clock — vehicle + trailer + GPS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My Route / Navigation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Load Board (assigned loads)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Messages with dispatch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Safety &amp; compliance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HOS report entry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Inspections &amp; pre-trip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Incident reports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Dashcam record/upload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Shared videos library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Work orders — view status, comments (role-based)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Fuel, fuel cards, fuel stations, barcode scan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MEDIA &amp; DASHCAM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Driver media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Dashcam sessions &amp; frames stored under server uploads (configure persistent disk / S3 for prod)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Driving safety events entity for AI/rule-based flags when enabled per customer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Live stream sessions — optional LiveKit for office live view when env vars set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Retention scheduler — auto-delete old recordings (e.g. 15-day policy)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Driver Media admin page — review customer driver uploads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Customer toggles: dual camera, auto dashcam on driving, safety AI features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AI &amp;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SLT marketing stack —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Site Commander AI — portal assistant with tool actions (entity queries, guidance)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Public marketing chat — rule/guide bot without keys; optional LLM when configured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SLT Marketing Hub — dashboard, autopilot tick, daily lead report scheduler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Local-first mode — marketing outbox for drafts (manual send without API keys)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Marketing autopilot — nurture schedules, social draft generation (CST cron jobs)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Marketing Gallery — pitch deck, client deck, capabilities deck, PDF manual downloads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Competitive analysis, advertisement planner, dev feedback capture pages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Auth &amp; multi-tenant isolation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Email/password login, JWT access tokens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Forgot password / reset token flow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must_change_password on first login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Google OAuth stub → email registration in standalone mode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Driver vs portal login routes separated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Authorization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350008"/>
            <a:ext cx="53949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entityScope — filter lists by customer_id &amp; vehicle fleet index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X-Customer-Context for staff impersonation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Work order: HR/driver PATCH/DELETE blocked; comments API only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Vehicle: customer role gate on PATCH; no cross-customer reassignment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Immutable marketplace booking records (no edit/delete)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INTEGRATIONS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Optional &amp; configured 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Stripe — subscription checkout &amp; customer billing portal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LiveKit — live dashcam streaming to office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LLM provider — verifyAiProvider; stub if unset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SMTP / email functions — welcome, password reset, marketing guides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VIN decode — NHTSA API via decodeVin function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Google Maps links — navigation from loads/routes (client-side)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IONOS / Render deployment docs in repo (DEPLOYMENT.md, DEPLOYMENT-IONOS.md)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OPERATIONS TOOLING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Scripts &amp; QA helpers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scripts/customer-portal-audit.mjs — provision test customer, HR comment test, PATCH guard test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scripts/provision-demo-roby.mjs — demo account for Roby Morgan template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scripts/seed-demo-roby.mjs — FC101/FC102 units, sample ROs, load, invoice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npm run marketing:manual — Puppeteer screenshots + PDF user manual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npm run marketing:capabilities — regenerates this PowerPoint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npm run marketing:deck / marketing:pitch — client &amp; investor decks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Commercial model (reference)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Full portal · driver app · pay only for units you run · 5% off annual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Per Unit plan: $35/unit/mo — Full portal · driver app · pay only for units you run · 5% off annual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Annual billing: 5% discount (per brand config)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Enterprise: 50+ units, custom integrations &amp; account team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Payment collected flag required before customer activation in provisioning flow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Unit count drives subscription_amount on Customer + Subscription entities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RECENT RELEASES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Shipped on main (representative)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Repair order lifecycle UI + workOrderWorkflow.js status model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workOrderComments.js + POST /api/work-orders/:id/comments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Customer fleet Edit + fleetUnitAccess for FleetCo employee parity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Repairs Dashboard down-status logic (in-shop vs estimate queue)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Fleet map colors, trailer assignment, speed/trails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Marketing local mode, outbox, internal/public guide bots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REVIEW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to evaluate the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1 Log in at https://fleetcomanagement.org/login as customer or staff test account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2 Walk Fleet → Edit status → Work Orders → create RO → Repairs Dashboard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3 Switch Customer view (staff) to see exact customer sidebar scope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4 Driver app: /driver/login on phone or Android APK from Play internal track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5 Read in-app System Manual (/portal) or PDF FleetCo-User-Manual.pdf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6 Run customer-portal-audit.mjs after each deploy to verify API guards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DOWNLOADS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Related documents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789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FleetCo-System-Capabilities-Review.pptx — this detailed deck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FleetCo-Client-Presentation.pptx — 8-slide client sales deck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FleetCo-Business-Pitch-Deck.pptx — investor/business pitch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FleetCo-User-Manual.pdf — screenshot-based user guide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Support: support@fleetcomanagement.org · (360) 952-1249 · Dallas, TX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End of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Regenerate: npm run marketing:capabilities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support@fleetcomanagement.org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https://fleetcomanagement.org  ·  October 2026  ·  Slide 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FleetCo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FleetCo — System Capabilities Review (Detailed)</dc:title>
  <dc:subject>Comprehensive platform capability reference</dc:subject>
  <dc:creator>Fleetco Management LLC</dc:creator>
  <cp:lastModifiedBy>Fleetco Management LLC</cp:lastModifiedBy>
  <cp:revision>1</cp:revision>
  <dcterms:created xsi:type="dcterms:W3CDTF">2026-10-08T14:08:41Z</dcterms:created>
  <dcterms:modified xsi:type="dcterms:W3CDTF">2026-10-08T14:08:41Z</dcterms:modified>
</cp:coreProperties>
</file>