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45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Deep Dive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24231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FleetCo operations · Customer portal · Gaps &amp; improvements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31546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Screenshots from https://fleetcomanagement.org  ·  10/8/2026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to use this deck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Part A walks through the platform as FleetCo staff (owner, fleet manager, coordinator, shop tech).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Part B walks through the same capabilities from a paying customer’s portal login.</a:t>
            </a:r>
            <a:endParaRPr lang="en-US" sz="13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Part C covers the driver mobile experience.</a:t>
            </a:r>
            <a:endParaRPr lang="en-US" sz="13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Part D lists what works today vs what still needs product, integration, or operational work — use this for prioritization.</a:t>
            </a:r>
            <a:endParaRPr lang="en-US" sz="13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Each workflow slide pairs narrative bullets with a real UI capture (right side).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Public site &amp; portal entry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Prospects land on fleetcomanagement.org — pricing, platform tour, contact.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 staff use /login with @fleetcomanagement.org (or executive) accounts.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Brokers use separate signup; customers are provisioned by FleetCo (not self-serve SaaS checkout alone).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After login, sidebar shows all modules allowed for role (owner &gt; executive &gt; fleet manager &gt; coordinator).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website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Marketing site — entry to client portal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Staff login &amp;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Email + password authentication; JWT session stored client-side.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First login may force password change (temp password from welcome email).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Dashboard KPIs summarize fleet health — drill into modules from cards/feed.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Executives additionally use Executive View for cross-customer metrics.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Portal login screen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Dashboard (internal home)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At-a-glance: active units, loads in motion, fuel spend, maintenance due, inspections, HOS flags.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 users with no customer_id see aggregate or select Customer view in sidebar dropdown.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view sets X-Customer-Context — edits save to that customer’s data (amber banner).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Payment-due / paused overlays appear when subscription billing is past due.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Admin dashboard after login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Customers &amp; provisioning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Add customer company — contact, fleet size, MC/DOT, subscription plan (Per Unit default).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Payment collected flag required before activation (business rule in provisionCustomer).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Create portal login — temp password, welcome email, PendingAccount until first login.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Assign FleetCo fleet manager / coordinator to account; message customer in-app.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Team tab: create internal users (executive, fleet manager, coordinator, tech).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custom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Customers &amp; Team hub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Fleet units (all customers or view-as)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 admin: Add Vehicle / Add Trailer with full modal (assign customer, driver, VIN decode).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Coordinator: can edit status &amp; use customer wizard when not admin.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Specs &amp; Parts, History, Docs, Manuals per unit; bulk CSV import top-right on many pages.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 Map (Operations) shows live GPS for clocked-in drivers company-wide.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fl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Fleet Units list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Work orders — shop &amp; manager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 manager creates RO or assigns to shop queue; tech uses Mechanic modal.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Lifecycle: intake → estimate → awaiting_approval → customer authorization → open → complete.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Manager approves estimates; can reject back to mechanic with notes.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Internal staff bypass customer-only intake UI — full Work Order modal when needed.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Bulk upload CSV available on this page for mass RO import.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806440" cy="443484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926080"/>
            <a:ext cx="5623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Screenshot missing: portal-workorders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Run: npm run marketing:deep-dive -- --refresh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Repairs dashboard (downtime)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Executive view of active repair cost and units down (in-shop statuses).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Priority filters on active RO list; links to manage all work orders.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Used internally to monitor shop throughput and customer SLA conversations.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806440" cy="443484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926080"/>
            <a:ext cx="5623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Screenshot missing: portal-repairs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Run: npm run marketing:deep-dive -- --refresh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Maintenance &amp; parts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Preventive schedules — mileage/date triggers, overdue highlighting.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Calendar view for scheduled work across fleet.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Parts inventory ties into WO parts lines for job costing.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Service templates standardize brake jobs, PMs, etc.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Preventive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Parts &amp; VIN research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Stock levels, part numbers, unit costs; request POs from accounting flow.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Vehicle Parts Research — VIN context, accessories, recall awareness.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Vendors &amp; Contracts module for shop rates and discounts (separate nav item).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pa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Parts inventory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Load board &amp; dispatch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Create freight records, assign driver/truck/trailer, track status to delivered.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Load marketplace / broker flows for executive marketplace module.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Weigh scale fields; open Google Maps from load.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view: only that customer’s loads visible.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lo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Load 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Accounting &amp;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Chart of accounts, journal entries, POs, payroll runs, 1099 tracking.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Reports Center — export Excel by category (fuel, maintenance, compliance).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SLT Billing — per-customer subscription status and Stripe portal session (if configured).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accoun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Accounting center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Reports export 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Centralized exports for audits and management meetings.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Date ranges and column selection on supported reports.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Complements Executive dashboard for board-ready data pulls.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Reports Center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A · FLEETCO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Staff-only tools (no screenshot)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Senior leadership (SLT)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Load Marketplace executive view, Customer Insights analytics, SLT Billing, domain email admin.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Data Backup / datastore tools, FleetCo Marketing AI hub, autopilot &amp; outbox (local-first without API keys).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Company email provisioning via functions; competitive analysis &amp; dev feedback pages.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0083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How staff should operate day-to-day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55848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Provision customer → assign manager → customer view to verify sidebar → seed units/ROs as needed.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Shop: work awaiting_estimate queue first; managers clear awaiting_approval daily.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After each deploy: restart API process so new routes (e.g. WO comments) are live.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Customer login experience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Customers use email from welcome letter (e.g. customer owner at their company domain or Gmail).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Same /login URL as staff — role determines sidebar after auth (customer_id on user record).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Forced password change on first login; Module Preferences trim sidebar sections.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Shared login — role decides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Customer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Getting Started checklist — add unit, invite driver, log fuel, create load.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Tiles: My Vehicles, Active Loads, Amount Owed, Total Paid.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Outstanding invoices &amp; fleet list with status chips.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Label shows “Customer Portal” / Dashboard (not Admin Dashboard).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Customer owner dashboard (same route, scoped data)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My fleet — edit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owner / fleet manager / coordinator / parts manager: Edit on unit card.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Change status Active ↔ In Shop ↔ Waiting for Parts etc.; update odometer &amp; notes.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Add Vehicle Info wizard (not full admin assign-customer modal).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Cannot see other companies’ units — API filters by customer_id.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fl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Fleet Units — customer scoped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Fleet repairs (customer ROs)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Header: “Fleet repairs” — New repair order opens intake modal (complaint, odometer, unit).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edits own ROs in awaiting_estimate / awaiting_authorization.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Approves estimate when status awaiting_approval (owner/fleet manager roles).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Authorization signature panel before shop starts when required.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HR/Driver roles: view + comments only (server returns 403 on PATCH).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806440" cy="443484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926080"/>
            <a:ext cx="5623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Screenshot missing: portal-workorders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Run: npm run marketing:deep-dive -- --refresh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Repairs dashboard (customer)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Sees only their fleet’s active ROs and downtime costs.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Validates that scoping works — same page as staff but filtered entities.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806440" cy="443484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926080"/>
            <a:ext cx="5623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Screenshot missing: portal-repairs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Run: npm run marketing:deep-dive -- --refresh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Loads &amp;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fleet manager/coordinator: create and track loads for their fleet.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Drivers assigned from their driver roster.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My Delivery Route for last-mile if enabled in modules.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lo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Customer load board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Maintenance visibility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Parts manager &amp; fleet roles: PM schedules for their units.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Inspections &amp; pre-trip visible if Compliance/Maintenance modules enabled.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Cannot access FleetCo Customers page or SLT tools.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Customer maintenance view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Finance &amp; subscription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Invoices scoped to customer_id; subscription page for payment method (Stripe when live).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Reports exports for their data only — fuel, maintenance, etc.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Accounting depth depends on role — owner sees Finance module if enabled.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portal-accoun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Customer finance modules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B · 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Customer team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My Team (customer_owner / HR / fleet manager)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Invite: HR, fleet manager, coordinator, parts manager, driver.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Each role gets default sidebar modules (owner can tune via Module Preferences).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HR &amp; drivers: repair orders comment-only — good for “driver reported noise” notes.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0083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Support path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55848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Messages module — chat with FleetCo account rep.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Customer Manual in app / PDF user manual on website.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Email support@fleetcomanagement.org · (360) 952-1249.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C · DRIVER 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Driver home (mobile)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Drivers use /driver/login — mobile web or Android app.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Tiles: clock, route, loads, HOS, inspections, fuel, dashcam, messages.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Capabilities depend on customer toggles (dual camera, safety AI, etc.).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driver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Driver app home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C · DRIVER 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Time clock &amp; GPS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94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Must pick truck (and optional trailer) before clock-in — prevents double booking.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GPS position ~every 30s while clocked in → Fleet Map &amp; Route Dashboard.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Clock-out stops location sharing.</a:t>
            </a:r>
            <a:endParaRPr lang="en-US" sz="1100" dirty="0"/>
          </a:p>
        </p:txBody>
      </p:sp>
      <p:pic>
        <p:nvPicPr>
          <p:cNvPr id="6" name="Image 0" descr="C:\Users\jarel\Projects\fleet-pulse-command\marketing\manual-frames\driver-c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8064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71500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Time clock &amp; vehicle selection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D ·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Infrastructure &amp; reliability (needs work)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&amp; deploy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Primary store is file/SQLite-style JSON — requires persistent volume on Render/Railway or data resets on deploy.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Uploads/dashcam media warn on redeploy without persistent disk or object storage (S3-compatible).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API must be restarted after releases — stale process caused missing WO comment route in past.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DEPLOYMENT docs mention SQLite volume; confirm production matches (backup schedule, restore drill).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3009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Testing &amp; QA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48456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No automated E2E suite in CI — rely on scripts/customer-portal-audit.mjs and manual QA.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Add Playwright/Cypress for login, RO lifecycle, customer scoping regression.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Production seed/demo accounts (e.g. Roby) should be scripted after each major release.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D ·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Integrations (optional / incomplete)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Requires configuration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LLM / Site Commander AI — stub responses until AI provider env vars set; marketing has local outbox fallback.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Stripe — subscription portal &amp; checkout need keys for fully automated billing.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LiveKit — live office dashcam view; recording works locally without it.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SMTP/Resend — welcome &amp; password emails; otherwise manual temp password delivery.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Google OAuth — redirects to email registration in standalone mode (not full SSO).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593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Industry integrations (roadmap)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941064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ELD portal UI exists; deep integration with major ELD vendors (Samsara, Motive, etc.) not one-click.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True telematics ingest (automatic odometer, engine faults) vs manual entry.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Accounting export to QuickBooks/Xero — manual Excel today.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D ·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Product &amp; UX gaps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Repair orders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Customer email notifications on status change (estimate ready, approval needed) — verify automated emails end-to-end.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PDF RO / invoice packet for customer authorization records.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Clearer difference between Work Orders vs Repairs Dashboard for new customers (onboarding copy).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Policy: Bulk CSV WO import for customers — enable or hide by role.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3009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Portal polish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48456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Some slides in text-only capabilities deck were blank — this deck embeds PNGs; refresh screenshots regularly.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Customer view banner — train staff to always verify customer context before edits.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Module sprawl — consider simplified “Starter sidebar” preset for small fleets (≤5 units).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Accessibility (WCAG) and mobile tablet layout for portal not formally audited.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D ·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Security &amp; compliance (hardening)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Done / in progress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JWT auth, customer entity scoping, HR/driver WO PATCH blocks, vehicle reassignment blocks.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Immutable marketplace records; customer view delete guards on User/Customer.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7157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Recommended 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Pen test before large customer pilots; rate limiting on auth endpoints.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Audit log for executive actions (provision, delete user, datastore restore).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SOC2-style backup encryption documentation for enterprise sales.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Secrets rotation playbook (JWT_SECRET, Stripe, SMTP).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D ·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Suggested priority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P0 — Before wide customer pilot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Persistent production datastore + uploads; deploy restart checklist.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Automated customer-portal-audit in CI against staging.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Email notifications for RO approval chain.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Demo tenant + seed script on production.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3009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P1 — Revenue &amp; retention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48456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Stripe billing fully wired; dunning emails for past_due.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Customer onboarding wizard (first 7 days) in-app.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Mobile portal responsive pass for fleet managers on phone.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P2 — Scale &amp; differentiation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376672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ELD/telematics partner API; AI provider for predictive maintenance hints.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White-label/custom domain per customer; multi-language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Regenerate &amp; assets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Screenshots folder: C:\Users\jarel\Projects\fleet-pulse-command\marketing\manual-frames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Refresh all captures: npm run marketing:deep-dive -- --refresh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Full PDF manual with same shots: npm run marketing:manual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Text capabilities deck: npm run marketing:capabilities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Download: https://fleetcomanagement.org/marketing/FleetCo-System-Deep-Dive-Review.pptx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Review complete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Use Part D to prioritize sprints · Schedule live walkthrough with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support@fleetcomanagement.org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Deep Dive  ·  https://fleetcomanagement.org  ·  Slide 33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System Deep Dive</dc:title>
  <dc:subject>PptxGenJS Presentation</dc:subject>
  <dc:creator>Fleetco Management LLC</dc:creator>
  <cp:lastModifiedBy>Fleetco Management LLC</cp:lastModifiedBy>
  <cp:revision>1</cp:revision>
  <dcterms:created xsi:type="dcterms:W3CDTF">2026-10-08T14:26:43Z</dcterms:created>
  <dcterms:modified xsi:type="dcterms:W3CDTF">2026-10-08T14:26:43Z</dcterms:modified>
</cp:coreProperties>
</file>