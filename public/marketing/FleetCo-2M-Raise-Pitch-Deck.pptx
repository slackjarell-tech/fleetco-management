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85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F59E0B"/>
                </a:solidFill>
              </a:rPr>
              <a:t>FLEETCO MANAGEMENT LLC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The Operating System for SMB Fleets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Detailed investor presentation · Five-pillar master plan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Software → Data → Fuel &amp; Credit → Field Service → Freight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0632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82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Seeking $2M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24-month execution · Series A metrics target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937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https://fleetcomanagement.org · (360) 952-1249 · Dallas, TX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5321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Confidential — qualified investors only · Oct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What This Deck Covers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45+ slides — strategy, product, GTM, use of funds, and model detail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Investment ask, terms framework, and 24-month milestones tied to capital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Problem quantification and ideal customer profile (ICP)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Live product: portal modules, mobile app, billing integrity (units + VIN)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Five-pillar master plan — each pillar with phases, KPIs, and economics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Competitive landscape matrix vs telematics and fleet software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Unit economics, pricing, and 10-year base / scenario financials</a:t>
            </a:r>
            <a:endParaRPr lang="en-US" sz="11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</a:rPr>
              <a:t>Detailed use-of-funds by department and quarter; path to Series 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Investment Thesis in One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FleetCo is production SaaS at https://fleetcomanagement.org — not vaporware. Multi-tenant portal + Android driver app + Stripe billing.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We consolidate dispatch, maintenance, fuel, HOS/compliance, accounting, and customer portals for 5–50 unit regional carriers underserved by enterprise telematics.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Five revenue layers over time: (1) SaaS per unit (2) data-driven upsell (3) fuel card + company credit (4) FSI mobile service territories (5) brokered final-mile freight.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Raise $2M to compress 36 months of GTM + product + first territory into 24 months with measurable KPIs.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Model base Year 5: 220 customers · $1.36M SaaS ARR · combined w/ FSI $3.22M.</a:t>
            </a:r>
            <a:endParaRPr lang="en-US" sz="10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Investors: software gross margins today; transaction and service margins as density compounds in chosen metros.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$2M Growth Round — Terms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Final structure with lead investor and counsel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Amount sought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$2,000,000 USD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Primary use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Sales &amp; CS headcount, fuel/credit program build, iOS parity, first FSI territory seed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Target runway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24 months (monthly burn ~$83K blended post-ramp)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Instrument options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Priced seed · SAFE (cap/discount TBD) · Convertible note — investor preference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24-mo success metrics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150+ customers · 2,500+ licensed units · fuel aggregation live · 1 FSI territory · credit pilot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Series A narrative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~$3M+ ARR run-rate path · NRR &gt;100% · fuel attach &gt;40% of units (target)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The SMB Fleet Stack Is Broken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Operators lose 15–30% of margin to fragmentation (industry benchmarks vary by segment).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5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Pain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Typical SMB reality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Cost impact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Tool sprawl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ELD + dispatch spreadsheet + QuickBooks + fuel card portal + shop whiteboard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10–20 admin hrs/week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No cost-per-mile truth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Fuel at issuer, repairs at shop, revenue in TMS — never one P&amp;L per unit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Bad buy/sell decisions on equipment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Downtime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Missed PM → roadside failure → missed load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$1K–15K+ per incident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Compliance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HOS, DVIR, DQ files scattered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Fines + insurance spikes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Enterprise pricing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Telematics contracts built for 500+ units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SMB priced out or under-featured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ICP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Ideal Customer Profile (Initial Wedge)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Land here before expanding verticals (refrigerated, flatbed, last-mile).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Fleet size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5–50 power units (+ trailers); sweet spot 8–25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Geography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Texas &amp; Sun Belt first · I-35 / I-20 / I-10 freight corridors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Persona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Owner-operator scaling up OR small fleet GM/owner wearing 6 hats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Current tools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Mix of ELD, Google Sheets, QuickBooks, WhatsApp dispatch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Trigger events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Failed audit, insurance renewal, new contract requiring visibility, shop chaos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ACV (software)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$35/unit/mo × avg 12 units ≈ $420/mo · expands with units + services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FleetCo Command Center + Driver 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Single API · single datastore · role-based portals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Owner / executive / fleet manager / coordinator / shop tech roles — internal operations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Customer org admins — scoped fleet, invoices, loads, documents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Drivers — Android app: clock-in GPS, HOS duty events, routes, fuel, scans, POD, dashcam hooks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Licensed unit enforcement + VIN audit trail — billing aligned to real assets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Stripe subscriptions, Connect for marketplace payouts, SLT billing hub for leadership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Optional FSI-affiliated mobile PM/repair — work orders born in same system customers already use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Technical Stack (Production)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https://fleetcomanagement.org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Frontend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React + Vite SPA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Owner &amp; customer portals, marketing site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API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Node.js Express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REST entities, functions, webhooks (Stripe)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Data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PostgreSQL + JSON store / file persistence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Multi-tenant entity model, 60+ types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Mobile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FleetCo Driver (Android)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Play internal testing; iOS funded by raise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Integrations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Stripe, Resend, Groq AI, LiveKit (optional video)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Fuel issuer APIs planned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Hosting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Self-hosted / cloud (Consur) + IONOS DNS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Not dependent on single PaaS vendor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Portal Modules — Operations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Live in production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Capabilities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Dashboard &amp; map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Live locations, trails, yards, map colors by status, speed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Fleet units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Trucks/trailers, VIN decode (NHTSA), documents, accessories, unit limits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Drivers &amp; HR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Roster, documents, screening, time clock, trailer sign-in/out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Dispatch &amp; loads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Load board, marketplace audit, routes, stops, POD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Maintenance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WO: preventive / corrective / predictive, PM schedules, templates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Parts &amp; vendors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Inventory, POs, vendor contracts, diagnostic codes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Portal Modules — Money &amp; Compliance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Capabilities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Fuel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Fuel logs, cards, stations, audits, cost-per-mile / TCO views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Compliance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HOS logs, FMCSA duty clocks, inspections, incidents, posted notices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Accounting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Chart of accounts, journal entries, invoices, QuickBooks export hooks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Payroll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Runs, disbursements, tax profiles, carrier payment schedulers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Billing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Per-unit Stripe, licensed slots, customer portal billing, broker fees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Marketing AI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Autopilot, lead nurture (optional Groq) — internal growth tooling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MOBILE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FleetCo Driver App — Field Data Capture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Package: org.fleetcomanagement.driver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Time clock with GPS while on shift → feeds fleet map and HOS context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FMCSA-style duty events on vehicle movement — countdown clocks in portal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Delivery routes, stop completion, barcode/QR scans with geostamp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Fuel logging, inspections, work order updates (role-gated), messages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Dashcam / live stream hooks (optional LiveKit) — retention policies configurable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Raise funds iOS parity for Apple-only driver populations and App Store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DATA MOAT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Entity Layer — System of Record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Representative entity groups (60+ API types)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Fleet: Customer, Vehicle, TrailerAssignment, Yard, YardPlacement, VehicleDocument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Movement: DriverLocation, HOSLog, HOSDutyEvent, DeliveryRoute, DeliveryStop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Maintenance: WorkOrder, MaintenanceSchedule, ServiceTemplate, PartInventory, Vendor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Fuel &amp; money: FuelLog, FuelCard, FuelStation, Invoice, Subscription, JournalEntry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Safety &amp; video: Inspection, Incident, DashcamSession, LiveStreamRecording, DrivingSafetyEvent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Integrity: VehicleVinEvent (removal/re-add audit), PortalActivity, licensed unit counters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MASTER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Five Pillars — Sequenced Capital Deployment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Do not skip to 4–5 without 1–2 density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Pillar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Revenue 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Capital intensity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Scale SaaS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Recurring subscription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Low — mainly people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Data moat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Analytics &amp; steering (future SKU)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Low — software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Fuel &amp; credit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Interchange, spread, fees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Med — compliance &amp; partners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FSI + fuel density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Service labor/parts, fuel margin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Med–high — territory seed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Freight layers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Platform % on freight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Med — working capital later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Scale SaaS — Go-to-Market Detail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Funded primarily by 40% of raise ($800K)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Tactic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Outbound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2 AEs + 1 SDR — MC/DOT lists, call-down in TX/OK/LA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SQLs → demos → 30-day activation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Inbound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SEO, case studies, trade shows (MATS, regional shows)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Cost per activated unit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Partner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FSI techs refer fleets needing software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Partner-sourced % of new logos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Product-led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Trial/demo sandbox, onboarding checklist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Time-to-first fuel log &amp; first WO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Expand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Upsell units within account; annual prepay 5% off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NRR &gt; 100%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SaaS Pricing &amp; Unit Economics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$35/unit/month list · licensed fleet_size enforced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15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Value / assumption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List price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$35/unit/month · 5% annual prepay discount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Model ARPU (Y5)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$515/customer/month — mix of units + tiers + add-ons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SaaS gross margin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68% (model — hosting, support, payment fees)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Churn (model)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10% → 6% annual logo churn improvement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Illustrative 10-unit customer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$350/mo revenue · ~$25–45/mo infra+COGS at scale (see economics deck)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Integrity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VIN ledger on delete · block over licensed slots for customers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— What We Collect &amp; Why It Matters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16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Decisions enabled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Where trucks 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GPS, routes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FSI territory · fuel deals · last-mile pilot city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What breaks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WO type, diagnostic, downtime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Mobile PM routes · parts stocking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Fuel behavior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Logs + future card txn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Steering · credit limits · IFTA 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Compliance risk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HOS, inspections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Retention · upsell compliance modules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Payment behavior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Stripe, pauses, tenure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Credit underwriting (Pillar 3)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Analytics Roadmap (Post-Raise)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Internal first · customer benchmarks later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Q1–Q2: Metro mile aggregates, WO heat maps, customer health score (usage + payment)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Q3–Q4: Fuel spend vs lane benchmarks · breakdown clustering by equipment class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Year 2: Anonymized peer benchmarks as enterprise tier · API export for large accounts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Governance: customer data ownership in MSA · aggregated analytics opt-in where required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Moat: 18+ months of history increases switching cost even before fuel/credit attach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Fuel Program — Three Phases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Partner-led issuance — FleetCo is program software, not a bank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18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3A Aggregate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 3–9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Link WEX/Comdata/EFS; reconcile to FuelLog &amp; audits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Attach KPI; prep for 3B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3B Co-brand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 9–18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Issuer partner · FleetCo-branded card · driver controls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Interchange + rebate share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3C Steering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Mo 12–24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Preferred network from Pillar 2 heat maps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Merchant margin deals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Company Credit — Underwriting &amp; Controls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Start SaaS + FSI invoices only; fuel line after behavior proof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19</a:t>
            </a:r>
            <a:endParaRPr lang="en-US" sz="7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Policy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Initial limit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Small — e.g. 1–2× monthly SaaS + avg repair spend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Terms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Net 15 → Net 30 for qualified accounts; card autopay backup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Signals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Tenure, Stripe history, units licensed vs in use, fuel volume stability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Collections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Auto portal pause · lien/UCC for larger lines (standard trucking finance)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Product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Single AR statement: subscription + shop + fuel (vision)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FSI Field Service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https://www.fleetservicesint.com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Protected territory · mobile workstation · preventative maintenance + breakdown calls · not a franchise (no royalties per FSI site)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Typical territory capital: 150000-500000 — raise allocates $300K seed, not full roll-up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2 mobile workstations per territory (model) · on-site PM + breakdown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Every WO in FleetCo: labor, parts, customer invoice, technician time — same datastore as SaaS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Modeled service gross margin ~42% vs SaaS ~68%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Site selection: rank metros by billable units + WO density + fuel gallons (Pillar 2)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FSI Financial Model Snapshot (Base)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From combined projection — illustrative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21</a:t>
            </a:r>
            <a:endParaRPr lang="en-US" sz="7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2024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FSI locs EOY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FSI 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Combined w/ SaaS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Y1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$185K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$234K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Y3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$880K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$1.25M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Y5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$2.10M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$3.22M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Y10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$7.20M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$12.40M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PILLAR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Freight — Phased Market Entry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Use existing load board + Connect infrastructure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22</a:t>
            </a:r>
            <a:endParaRPr lang="en-US" sz="7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Prerequisites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5A Final mile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 metro · IC 1099 drivers · regional delivery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50+ local units on platform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5B Multi-city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Replicate playbooks · shared back-office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Fuel + credit for settlement float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5C Middle mile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Regional linehaul between hubs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Broker authority + credit lines mature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5D First mile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Pickup / dray / port adjacency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Selective — only where data shows lane edge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TRACTION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Product &amp; GTM Status (Detailed)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23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Production URL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https://fleetcomanagement.org — HTTPS, privacy/terms, pricing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Driver app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Android · Google Play internal testing track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Billing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Stripe subscriptions · unit limits · VIN audit events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Owner tools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SLT billing hub · customer provisioning · marketing gallery/decks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Compliance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FMCSA HOS duty clocks · posted notice · movement-triggered events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Sales assets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Client deck, investor economics deck, capabilities/deep-dive PPTs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COMPETITION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Matrix (Simplified)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Enterprise vendors vary by contract — directional only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24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FleetCo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Typical enterprise telematics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Fleet maintenance only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Dispatch + loads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Partial / add-on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Shop WO + PM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Limited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 + IFTA context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 card partner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Rare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Accounting hooks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Export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Export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Mobile driver app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Sometimes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Field service territory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FSI option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Fuel/credit program (roadmap)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Rare as issuer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Why FleetCo Wins the SMB Wallet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All-in-one login replaces 5+ vendors — implementation in days, not quarters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Unit-based pricing aligns with how small carriers think (per truck, not per seat mystery)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Data compounds inside one system — not siloed at fuel issuer + ELD + shop software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FSI layer adds human service revenue competitors cannot copy without capital deployment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Financial layers (3) turn SaaS into platform ARPU expansion without only raising price/unit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Streams &amp; Timing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26</a:t>
            </a:r>
            <a:endParaRPr lang="en-US" sz="7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Stream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Model economics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SaaS subscription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Now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$35/unit · 68% GM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Primary Year 1–3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Onboarding / services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Now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Project fees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High-touch fleets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FSI mobile repair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Y1–2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42% GM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Territory model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 program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Interchange + rebate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Partner bank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Credit spread/fees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Risk-adjusted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Underwriting discipline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Load platform fee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Y3+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% of freight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After 5A pilot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FINANCIALS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Years 1–3 Base Case (SaaS)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Source: marketing/financial-model.mjs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27</a:t>
            </a:r>
            <a:endParaRPr lang="en-US" sz="7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Calendar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2026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2027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2028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Customers EOY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18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85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ARPU/mo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$450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$470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$485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Annual revenue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$49K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$169K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$367K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ARR EOY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$97K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$237K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$495K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$-146,952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$-164,944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$-130,671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FINANCIALS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Years 4–5 Base Case (SaaS)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28</a:t>
            </a:r>
            <a:endParaRPr lang="en-US" sz="7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2024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Customers EOY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145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Annual revenue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$690K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$1.12M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ARR EOY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$870K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$1.36M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EBITDA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$-50,800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$85K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EBITDA margin (Y5)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8% (base)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SCENARIOS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Year 5 &amp; Year 10 ARR Bands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Conservative / base / optimistic from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29</a:t>
            </a:r>
            <a:endParaRPr lang="en-US" sz="7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Y5 customers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Y5 ARR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Y10 customers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Y10 ARR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Conservative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160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$922K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$3.24M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Base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$1.36M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780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$5.71M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Optimistic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280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$1.85M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1050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$8.57M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Year 10 Combined (SaaS + FSI)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SaaS ARR EOY: $5.71M · 780 customers · ~11700 units illustrative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FSI: 12 territories · $7.20M service revenue (model)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Combined annual revenue Y10: $12.40M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Cumulative combined revenue (10 yr model): $47.74M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$5.7M SaaS ARR · 12 FSI territories · $12.4M combined revenue · ~4,500+ vehicles under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$2M — Category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24-month plan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31</a:t>
            </a:r>
            <a:endParaRPr lang="en-US" sz="7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$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Go-to-market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800,000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Revenue scale · 150+ customers target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Product &amp; engineering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700,000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Fuel/credit MVP · iOS · analytics · security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FSI territory seed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300,000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15%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 mobile territory proof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G&amp;A &amp; contingency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200,000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10%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Legal, finance, issuer setup, buffer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GTM Detail ($800K)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Headcount + programs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32</a:t>
            </a:r>
            <a:endParaRPr lang="en-US" sz="7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Est. spend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Account Executives (2)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$280K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Base + commission · regional carriers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SDR (1)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$75K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Pipeline generation · MC/DOT lists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Customer Success (1)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$85K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Onboarding · activation playbooks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Marketing programs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$180K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Trade shows, digital, content, case studies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Sales tools &amp; travel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$60K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CRM, demo env, regional travel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Partner / channel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$120K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FSI co-marketing · referral incentives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Engineering Detail ($700K)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18-month product roadmap funded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33</a:t>
            </a:r>
            <a:endParaRPr lang="en-US" sz="7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Initiative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Est. spend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iOS Driver app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$180K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Feature parity core · App Store launch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 program integration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$120K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Issuer APIs · reconciliation · controls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Credit / billing AR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$100K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Limits · statements · collections hooks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Analytics v1 (Pillar 2)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$80K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Metro dashboards · health scores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Scale &amp; security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$120K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Hardening, backups, monitoring, pen test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Engineering salaries (partial)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$100K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1–2 full-stack / mobile FTE allocation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USE OF FUNDS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FSI Seed ($300K) + G&amp;A ($200K)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34</a:t>
            </a:r>
            <a:endParaRPr lang="en-US" sz="7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FSI seed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G&amp;A line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Mobile unit equipment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$120K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Legal &amp; securities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$60K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Initial tech labor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$100K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Finance / insurance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$45K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Parts &amp; WC float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$80K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Issuer program setup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$55K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Contingency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$40K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BURN &amp; RUNWAY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Monthly Burn Profile (Illustrative)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Ramp in Q1 post-close · stabilize Q4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35</a:t>
            </a:r>
            <a:endParaRPr lang="en-US" sz="7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Est. net burn/mo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Cumulative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Q1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$95K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$285K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Hires · fuel spec · sales playbook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Q2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$88K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$549K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Pipeline · 3A fuel aggregate MVP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Q3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$82K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$795K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Co-brand negotiations · FSI launch prep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Q4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$78K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$1.03M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Territory live · credit pilot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Q5–Q8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$75–85K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→ $2M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</a:rPr>
                        <a:t>Scale to Series A metrics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24-Month KPI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Tied to raise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36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74520"/>
          <a:ext cx="113385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Product / ops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Month 6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600+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Fuel 3A MVP · documented sales playbook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Month 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80+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1,400+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Fuel partner signed · Net-15 credit pilot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Month 18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115+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2,000+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FSI territory at utilization target · analytics v1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Month 24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150+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2,500+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Final-mile pilot · Series A data room ready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Long-Term Model Milestones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From financial model — beyond this raise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2026 H2: FleetCo Driver on Google Play · FSI dealership territory pilot (mobile PM/repair, Dallas metro)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Month 14 (~Year 2): First $100K SaaS ARR · primary FSI territory at target fleet-account capacity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Year 5: $1.36M+ SaaS ARR · 4 FSI dealer territories · combined revenue $3.2M+ · EBITDA break-even (SaaS base case)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Year 7: $2.7M+ SaaS ARR · 6 FSI territories · iOS App Store parity with Android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Year 10: $5.7M SaaS ARR · 12 FSI territories · $12.4M combined revenue · ~4,500+ vehicles under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INVESTOR KPIS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Dashboard We Report (Board / Investors)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38</a:t>
            </a:r>
            <a:endParaRPr lang="en-US" sz="7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direction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Billable units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Licensed active vehicles+trailers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Up MoM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MRR / ARR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Subscription recognized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Up · path to $100K ARR ~Y2 model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NRR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Expansion − churn on customer cohort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&gt; 100%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CAC payback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Months to recover CAC on GM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&lt; 18 mo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 attach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% units on FleetCo fuel program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&gt; 40% (Y2 goal)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Gross margin 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SaaS blended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≥ 68%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Logo churn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Annual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→ 6%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SERIES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Path After This Round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Illustrative — not commitment to raise timing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39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Target raise window: 24–30 months post-close · $8–15M range typical for vertical SaaS + fintech layers (market dependent)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Proof points: 150+ logos, 2.5K+ units, fuel program revenue started, one FSI territory profitable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Metrics: $3M+ ARR run-rate or clear line of sight with NRR and fuel attach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Use Series A for: multi-region sales, 5+ FSI territories, national fuel program, freight 5B rollout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This $2M round is designed to de-risk product and GTM — not to fund national freight day one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RISKS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Risk Register with Mitigations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40</a:t>
            </a:r>
            <a:endParaRPr lang="en-US" sz="7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783080"/>
          <a:ext cx="11338560" cy="914400"/>
        </p:xfrm>
        <a:graphic>
          <a:graphicData uri="http://schemas.openxmlformats.org/drawingml/2006/table">
            <a:tbl>
              <a:tblPr/>
              <a:tblGrid>
                <a:gridCol w="3779520"/>
                <a:gridCol w="3779520"/>
                <a:gridCol w="3779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Long sales cycles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Slow burn efficiency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ICP focus · FSI channel · annual prepay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Fuel/credit regulation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Delay Pillar 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Bank/issuer partners · counsel · phased rollout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FSI capital needs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Territory underperforms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Mobile-first · one proof market · data-led site pick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Competition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Price pressure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Integrated service · switching cost · regional density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Execution / key person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Delivery slip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Hire CS+eng early · document playbooks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Tech / security incident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Trust loss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Pen test · backups · incident response plan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Fleetco Management LLC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Dallas, TX · nationwide customer focus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Founder-led full-stack delivery: portal, API, mobile shell, billing, compliance features shipped to production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Domain: DOT compliance workflows, shop operations, fleet P&amp;L, SMB carrier sales motion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Open advisor seats: logistics finance (fuel/credit), insurance, former carrier COO, FSI territory ops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Post-close hires (funded): AEs, SDR, CS, mobile engineer, part-time CFO/bookkeeper scale-up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support@fleetcomanagement.org · (360) 952-1249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DATA ROOM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Due Diligence Materials Available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Under NDA for qualified investors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Cap table · incorporation docs · operating agreement (as applicable)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Full 10-year Excel-equivalent model · assumptions tab · scenario toggles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Technical: architecture overview, entity list, security checklist, hosting summary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Commercial: sample contracts, pricing, anonymized usage metrics where available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Legal: privacy/terms, subprocessors, Stripe/Resend agreements summary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Product: live demo tenant · driver app test track instructions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Join FleetCo — $2M to Build the SMB Fleet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Software today · platform economics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1097280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We are raising $2M to execute pillars 1–3 in 24 months while seeding pillar 4 and scoping pillar 5.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Next step: 60-minute session — live product demo + financial model + Q&amp;A with founder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Timeline: lead investor · co-investors · close target within 90 days of partner meeting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https://fleetcomanagement.org · support@fleetcomanagement.org · (360) 952-1249</a:t>
            </a:r>
            <a:endParaRPr lang="en-US" sz="10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Forward-looking statements in this deck are illustrative; past performance and projections are not guarantees.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Model Assumptions (Summary)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44</a:t>
            </a:r>
            <a:endParaRPr lang="en-US" sz="75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920240"/>
          <a:ext cx="1133856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669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Model start year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2026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SaaS gross margin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68%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Billing mix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70% monthly / 30% annual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Annual prepay discount (product)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5% on per-unit plan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Churn improvement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10% → 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FSI service GM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</a:rPr>
                        <a:t>42%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10-Year SaaS Projection (Base)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Full table — see model for edits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6446520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FleetCo Management · $2M Raise (Detailed) · Confidential · https://fleetcomanagement.org · Slide 45</a:t>
            </a:r>
            <a:endParaRPr lang="en-US" sz="7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1338560" cy="914400"/>
        </p:xfrm>
        <a:graphic>
          <a:graphicData uri="http://schemas.openxmlformats.org/drawingml/2006/table">
            <a:tbl>
              <a:tblPr/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Cust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ARR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$49K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$97K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$-146,952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$169K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$237K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$-164,944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85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$367K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$495K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$-130,671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145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$690K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$870K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$-50,800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220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$1.12M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$1.36M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$85K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310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$1.70M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$1.99M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$257K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410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$2.40M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$2.73M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$480K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520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$3.21M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$3.59M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$731K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9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640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$4.11M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$4.53M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$1.04M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780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$5.20M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$5.71M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</a:rPr>
                        <a:t>$1.43M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FleetCo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FleetCo Management — $2M Investment Opportunity (Detailed)</dc:title>
  <dc:subject>PptxGenJS Presentation</dc:subject>
  <dc:creator>Fleetco Management LLC</dc:creator>
  <cp:lastModifiedBy>Fleetco Management LLC</cp:lastModifiedBy>
  <cp:revision>1</cp:revision>
  <dcterms:created xsi:type="dcterms:W3CDTF">2026-10-30T20:28:01Z</dcterms:created>
  <dcterms:modified xsi:type="dcterms:W3CDTF">2026-10-30T20:28:01Z</dcterms:modified>
</cp:coreProperties>
</file>