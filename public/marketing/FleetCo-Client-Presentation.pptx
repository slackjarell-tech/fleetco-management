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FLEETCO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Fleet Operations.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Move freight. We handle the rest.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Built for owner-operators &amp; small fleets · Dallas, TX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fleetcomanagement.org  ·  (360) 952-1249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 Presentation —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Fleet Management Is Fragmented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5+ disconnected tools for dispatch, maintenance, fuel, and compliance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30% of revenue lost to inefficiency, downtime, and poor visibility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DOT violations and missed PMs cost $10K+ in fines and lost loads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3154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No single source of truth for fleet P&amp;L and cost-per-mile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FleetCo — Your Command 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One secure portal for your entire operation — from the road to the shop to the back office.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Fleet &amp; Assets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 truck, trailer, VIN, odometer &amp; document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Dispatch &amp; Loads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Load board, routes, GPS map &amp; delivery POD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Maintenance &amp; Shop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 orders, PM schedules, parts &amp; vendors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Fuel &amp; IFTA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023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Station pricing, fuel logs &amp; tax-ready reports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3520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HOS/ELD, DVIRs, inspections &amp; incident tracking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520440"/>
            <a:ext cx="269748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Analytics &amp; P&amp;L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023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Fleet-wide KPIs, TCO per unit &amp; custom reports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AI-POWERED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Site Commander &amp; Revan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Like having Cursor built into your portal — ask in plain English, get real changes.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"List all open work orders" → instant fleet 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"Change our homepage headline" → live website update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"Create a brake inspection WO for unit 104" → done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▸  Executive Revan AI: audits, user management, full control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80467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Live demo: https://fleetcomanagement.org/login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 customers · 12 units · 8 work orders · 5 loads — pre-loaded demo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FleetCo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15–25%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Reduction in unplanned downtime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PM alerts &amp; work order tracking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8–12%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7492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Fuel cost savings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Station pricing &amp; IFTA-ready logs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Compliance visibility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HOS, DVIRs &amp; inspection records in one place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 Portal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7492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For owners, dispatch &amp; drivers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Role-based access, mobile-ready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WHO WE 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Built for Real Fleet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Owner-Operators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1–5 trucks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Fuel savings, compliance, parts sourcing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Small Fleets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6–15 units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Dispatch, maintenance, driver management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97480" cy="29260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Established Fleets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16+ units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Full-service management &amp; dedicated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PLANS &amp;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Simple Plans. Fast Onboarding.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$299/mo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1–5 vehicles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 manager · parts sourcing · fuel optimization · monthly reports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$599/mo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6–15 vehicles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Everything in Starter · PM scheduling · priority support · budget reviews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Custom pricing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Quote on request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16+ vehicles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063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Tailored scope · telematics · custom integrations · dedicated account team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Schedule a free demo: (360) 952-1249  ·  fleetcomanagement.org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LLC  ·  fleetcomanagement.org  ·  (360) 952-1249  ·  Dallas, TX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Let's Move Your Fleet Forward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Schedule a demo · Request a custom quote · Tour the live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fleetcomanagement.org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support@fleetcomanagement.org  ·  (360) 952-1249  ·  Dallas, TX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Fleetco Management LLC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Dallas, TX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FleetCo Management LLC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FleetCo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Management — Client Presentation</dc:title>
  <dc:subject>Fleet operations platform for owner-operators and small fleets</dc:subject>
  <dc:creator>Fleetco Management LLC</dc:creator>
  <cp:lastModifiedBy>Fleetco Management LLC</cp:lastModifiedBy>
  <cp:revision>1</cp:revision>
  <dcterms:created xsi:type="dcterms:W3CDTF">2026-07-21T21:54:52Z</dcterms:created>
  <dcterms:modified xsi:type="dcterms:W3CDTF">2026-07-21T21:54:52Z</dcterms:modified>
</cp:coreProperties>
</file>